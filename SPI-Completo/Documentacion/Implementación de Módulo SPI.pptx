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72" r:id="rId1"/>
  </p:sldMasterIdLst>
  <p:notesMasterIdLst>
    <p:notesMasterId r:id="rId19"/>
  </p:notesMasterIdLst>
  <p:handoutMasterIdLst>
    <p:handoutMasterId r:id="rId20"/>
  </p:handoutMasterIdLst>
  <p:sldIdLst>
    <p:sldId id="256" r:id="rId2"/>
    <p:sldId id="261" r:id="rId3"/>
    <p:sldId id="270" r:id="rId4"/>
    <p:sldId id="258" r:id="rId5"/>
    <p:sldId id="259" r:id="rId6"/>
    <p:sldId id="271" r:id="rId7"/>
    <p:sldId id="272" r:id="rId8"/>
    <p:sldId id="260" r:id="rId9"/>
    <p:sldId id="263" r:id="rId10"/>
    <p:sldId id="262" r:id="rId11"/>
    <p:sldId id="269" r:id="rId12"/>
    <p:sldId id="273" r:id="rId13"/>
    <p:sldId id="274" r:id="rId14"/>
    <p:sldId id="264" r:id="rId15"/>
    <p:sldId id="266" r:id="rId16"/>
    <p:sldId id="268" r:id="rId17"/>
    <p:sldId id="267" r:id="rId18"/>
  </p:sldIdLst>
  <p:sldSz cx="12192000" cy="6858000"/>
  <p:notesSz cx="6858000" cy="9144000"/>
  <p:defaultTextStyle>
    <a:defPPr rtl="0">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iego israel gonzalez sanchez" initials="digs" lastIdx="1" clrIdx="0">
    <p:extLst>
      <p:ext uri="{19B8F6BF-5375-455C-9EA6-DF929625EA0E}">
        <p15:presenceInfo xmlns:p15="http://schemas.microsoft.com/office/powerpoint/2012/main" userId="234400293a608571"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69" autoAdjust="0"/>
    <p:restoredTop sz="94648" autoAdjust="0"/>
  </p:normalViewPr>
  <p:slideViewPr>
    <p:cSldViewPr snapToGrid="0">
      <p:cViewPr varScale="1">
        <p:scale>
          <a:sx n="86" d="100"/>
          <a:sy n="86" d="100"/>
        </p:scale>
        <p:origin x="72" y="96"/>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81" d="100"/>
          <a:sy n="81" d="100"/>
        </p:scale>
        <p:origin x="3978" y="10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commentAuthors" Target="commentAuthor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diagrams/_rels/data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4" Type="http://schemas.openxmlformats.org/officeDocument/2006/relationships/image" Target="../media/image5.svg"/></Relationships>
</file>

<file path=ppt/diagrams/_rels/drawing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4" Type="http://schemas.openxmlformats.org/officeDocument/2006/relationships/image" Target="../media/image5.svg"/></Relationships>
</file>

<file path=ppt/diagrams/colors1.xml><?xml version="1.0" encoding="utf-8"?>
<dgm:colorsDef xmlns:dgm="http://schemas.openxmlformats.org/drawingml/2006/diagram" xmlns:a="http://schemas.openxmlformats.org/drawingml/2006/main" uniqueId="urn:microsoft.com/office/officeart/2018/5/colors/Iconchunking_neutralbg_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a:alpha val="0"/>
      </a:schemeClr>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D9C16A6-8C48-4165-8DAF-8C957C12A8FA}" type="doc">
      <dgm:prSet loTypeId="urn:microsoft.com/office/officeart/2018/2/layout/IconLabelList" loCatId="icon" qsTypeId="urn:microsoft.com/office/officeart/2005/8/quickstyle/simple1" qsCatId="simple" csTypeId="urn:microsoft.com/office/officeart/2018/5/colors/Iconchunking_neutralbg_accent2_2" csCatId="accent2" phldr="1"/>
      <dgm:spPr/>
    </dgm:pt>
    <dgm:pt modelId="{701D68F5-42F8-47BC-8FED-84C50F595DF0}">
      <dgm:prSet phldrT="[Text]" custT="1"/>
      <dgm:spPr/>
      <dgm:t>
        <a:bodyPr rtlCol="0"/>
        <a:lstStyle/>
        <a:p>
          <a:pPr>
            <a:lnSpc>
              <a:spcPct val="100000"/>
            </a:lnSpc>
          </a:pPr>
          <a:r>
            <a:rPr lang="es-MX" sz="1400" b="1" dirty="0"/>
            <a:t>Objetivo general</a:t>
          </a:r>
          <a:endParaRPr lang="es-MX" sz="1400" dirty="0"/>
        </a:p>
        <a:p>
          <a:pPr>
            <a:lnSpc>
              <a:spcPct val="100000"/>
            </a:lnSpc>
          </a:pPr>
          <a:r>
            <a:rPr lang="es-MX" sz="1400" dirty="0"/>
            <a:t>Diseñar e implementar un controlador de comunicación </a:t>
          </a:r>
          <a:r>
            <a:rPr lang="es-MX" sz="1400" b="1" dirty="0"/>
            <a:t>SPI (Serial </a:t>
          </a:r>
          <a:r>
            <a:rPr lang="es-MX" sz="1400" b="1" dirty="0" err="1"/>
            <a:t>Peripheral</a:t>
          </a:r>
          <a:r>
            <a:rPr lang="es-MX" sz="1400" b="1" dirty="0"/>
            <a:t> Interface)</a:t>
          </a:r>
          <a:r>
            <a:rPr lang="es-MX" sz="1400" dirty="0"/>
            <a:t> utilizando el lenguaje de descripción de hardware </a:t>
          </a:r>
          <a:r>
            <a:rPr lang="es-MX" sz="1400" b="1" dirty="0" err="1"/>
            <a:t>Verilog</a:t>
          </a:r>
          <a:r>
            <a:rPr lang="es-MX" sz="1400" dirty="0"/>
            <a:t>, con el fin de comprender su funcionamiento y verificar su operación mediante simulación.</a:t>
          </a:r>
          <a:endParaRPr lang="es-ES" sz="1400" noProof="0" dirty="0"/>
        </a:p>
      </dgm:t>
    </dgm:pt>
    <dgm:pt modelId="{9617668C-C38C-4017-8DDF-37855B15D110}" type="parTrans" cxnId="{C4BA385D-31ED-40EF-A5D6-98DFBA64E71A}">
      <dgm:prSet/>
      <dgm:spPr/>
      <dgm:t>
        <a:bodyPr rtlCol="0"/>
        <a:lstStyle/>
        <a:p>
          <a:pPr rtl="0"/>
          <a:endParaRPr lang="es-ES" noProof="0" dirty="0"/>
        </a:p>
      </dgm:t>
    </dgm:pt>
    <dgm:pt modelId="{0C95B389-AC0C-4055-9AA3-38815EFC8B0A}" type="sibTrans" cxnId="{C4BA385D-31ED-40EF-A5D6-98DFBA64E71A}">
      <dgm:prSet/>
      <dgm:spPr/>
      <dgm:t>
        <a:bodyPr rtlCol="0"/>
        <a:lstStyle/>
        <a:p>
          <a:pPr rtl="0"/>
          <a:endParaRPr lang="es-ES" noProof="0" dirty="0"/>
        </a:p>
      </dgm:t>
    </dgm:pt>
    <dgm:pt modelId="{91A66877-AC1C-46D9-BF2C-6024B638DEA9}">
      <dgm:prSet phldrT="[Text]" custT="1"/>
      <dgm:spPr/>
      <dgm:t>
        <a:bodyPr rtlCol="0"/>
        <a:lstStyle/>
        <a:p>
          <a:pPr>
            <a:lnSpc>
              <a:spcPct val="100000"/>
            </a:lnSpc>
          </a:pPr>
          <a:r>
            <a:rPr lang="es-MX" sz="1400" b="1" dirty="0"/>
            <a:t>Objetivos específicos</a:t>
          </a:r>
          <a:endParaRPr lang="es-MX" sz="1400" dirty="0"/>
        </a:p>
        <a:p>
          <a:pPr>
            <a:lnSpc>
              <a:spcPct val="100000"/>
            </a:lnSpc>
          </a:pPr>
          <a:r>
            <a:rPr lang="es-MX" sz="1400" dirty="0"/>
            <a:t>Analizar el funcionamiento del protocolo SPI.</a:t>
          </a:r>
        </a:p>
        <a:p>
          <a:pPr>
            <a:lnSpc>
              <a:spcPct val="100000"/>
            </a:lnSpc>
          </a:pPr>
          <a:r>
            <a:rPr lang="es-MX" sz="1400" dirty="0"/>
            <a:t>Diseñar la lógica del controlador SPI.</a:t>
          </a:r>
        </a:p>
        <a:p>
          <a:pPr>
            <a:lnSpc>
              <a:spcPct val="100000"/>
            </a:lnSpc>
          </a:pPr>
          <a:r>
            <a:rPr lang="es-MX" sz="1400" dirty="0"/>
            <a:t>Implementar el diseño en </a:t>
          </a:r>
          <a:r>
            <a:rPr lang="es-MX" sz="1400" dirty="0" err="1"/>
            <a:t>Verilog</a:t>
          </a:r>
          <a:r>
            <a:rPr lang="es-MX" sz="1400" dirty="0"/>
            <a:t>.</a:t>
          </a:r>
        </a:p>
        <a:p>
          <a:pPr>
            <a:lnSpc>
              <a:spcPct val="100000"/>
            </a:lnSpc>
          </a:pPr>
          <a:r>
            <a:rPr lang="es-MX" sz="1400" dirty="0"/>
            <a:t>Verificar el funcionamiento mediante un </a:t>
          </a:r>
          <a:r>
            <a:rPr lang="es-MX" sz="1400" b="1" dirty="0" err="1"/>
            <a:t>testbench</a:t>
          </a:r>
          <a:r>
            <a:rPr lang="es-MX" sz="1400" b="1" dirty="0"/>
            <a:t> y simulación.</a:t>
          </a:r>
          <a:endParaRPr lang="es-ES" sz="1400" noProof="0" dirty="0"/>
        </a:p>
      </dgm:t>
    </dgm:pt>
    <dgm:pt modelId="{913FED05-DF41-48A7-B1F8-81937A468EF9}" type="parTrans" cxnId="{7F0DAB6F-9257-4F2D-B31A-3418F73F6952}">
      <dgm:prSet/>
      <dgm:spPr/>
      <dgm:t>
        <a:bodyPr rtlCol="0"/>
        <a:lstStyle/>
        <a:p>
          <a:pPr rtl="0"/>
          <a:endParaRPr lang="es-ES" noProof="0" dirty="0"/>
        </a:p>
      </dgm:t>
    </dgm:pt>
    <dgm:pt modelId="{BFCE4A28-C381-46FF-935A-B11534EF7D87}" type="sibTrans" cxnId="{7F0DAB6F-9257-4F2D-B31A-3418F73F6952}">
      <dgm:prSet/>
      <dgm:spPr/>
      <dgm:t>
        <a:bodyPr rtlCol="0"/>
        <a:lstStyle/>
        <a:p>
          <a:pPr rtl="0"/>
          <a:endParaRPr lang="es-ES" noProof="0" dirty="0"/>
        </a:p>
      </dgm:t>
    </dgm:pt>
    <dgm:pt modelId="{8994D886-A75F-411A-A9D7-D31991FF12BD}" type="pres">
      <dgm:prSet presAssocID="{7D9C16A6-8C48-4165-8DAF-8C957C12A8FA}" presName="root" presStyleCnt="0">
        <dgm:presLayoutVars>
          <dgm:dir/>
          <dgm:resizeHandles val="exact"/>
        </dgm:presLayoutVars>
      </dgm:prSet>
      <dgm:spPr/>
    </dgm:pt>
    <dgm:pt modelId="{E1DBA6D5-BD14-4CD2-A0CC-80F867FEFA81}" type="pres">
      <dgm:prSet presAssocID="{701D68F5-42F8-47BC-8FED-84C50F595DF0}" presName="compNode" presStyleCnt="0"/>
      <dgm:spPr/>
    </dgm:pt>
    <dgm:pt modelId="{19A8DC21-3E65-409D-AD53-DA51BB9198A0}" type="pres">
      <dgm:prSet presAssocID="{701D68F5-42F8-47BC-8FED-84C50F595DF0}" presName="iconRect" presStyleLbl="node1" presStyleIdx="0" presStyleCnt="2" custScaleX="119057" custScaleY="139644" custLinFactNeighborX="-5101" custLinFactNeighborY="-18508"/>
      <dgm:spPr>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Network"/>
        </a:ext>
      </dgm:extLst>
    </dgm:pt>
    <dgm:pt modelId="{B9F90A48-FF94-4C94-A587-0190406F6FD3}" type="pres">
      <dgm:prSet presAssocID="{701D68F5-42F8-47BC-8FED-84C50F595DF0}" presName="spaceRect" presStyleCnt="0"/>
      <dgm:spPr/>
    </dgm:pt>
    <dgm:pt modelId="{A99B5DD6-89E9-4537-B415-4205CEB9323A}" type="pres">
      <dgm:prSet presAssocID="{701D68F5-42F8-47BC-8FED-84C50F595DF0}" presName="textRect" presStyleLbl="revTx" presStyleIdx="0" presStyleCnt="2" custLinFactNeighborX="-299" custLinFactNeighborY="-23324">
        <dgm:presLayoutVars>
          <dgm:chMax val="1"/>
          <dgm:chPref val="1"/>
        </dgm:presLayoutVars>
      </dgm:prSet>
      <dgm:spPr/>
    </dgm:pt>
    <dgm:pt modelId="{8B391436-B9B0-45BD-A57F-792D6376D868}" type="pres">
      <dgm:prSet presAssocID="{0C95B389-AC0C-4055-9AA3-38815EFC8B0A}" presName="sibTrans" presStyleCnt="0"/>
      <dgm:spPr/>
    </dgm:pt>
    <dgm:pt modelId="{95872155-C45D-46D3-874C-D838089A06F8}" type="pres">
      <dgm:prSet presAssocID="{91A66877-AC1C-46D9-BF2C-6024B638DEA9}" presName="compNode" presStyleCnt="0"/>
      <dgm:spPr/>
    </dgm:pt>
    <dgm:pt modelId="{CE9DF0E8-B0DE-4E1E-9FF4-6006AD8428DB}" type="pres">
      <dgm:prSet presAssocID="{91A66877-AC1C-46D9-BF2C-6024B638DEA9}" presName="iconRect" presStyleLbl="node1" presStyleIdx="1" presStyleCnt="2" custScaleX="120475" custScaleY="116086" custLinFactNeighborX="9289" custLinFactNeighborY="11279"/>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atellite"/>
        </a:ext>
      </dgm:extLst>
    </dgm:pt>
    <dgm:pt modelId="{AA0423A1-55B2-45E9-BFE7-3FBE5BDA65ED}" type="pres">
      <dgm:prSet presAssocID="{91A66877-AC1C-46D9-BF2C-6024B638DEA9}" presName="spaceRect" presStyleCnt="0"/>
      <dgm:spPr/>
    </dgm:pt>
    <dgm:pt modelId="{55120873-6F5C-4053-8EAD-6287A7F1097E}" type="pres">
      <dgm:prSet presAssocID="{91A66877-AC1C-46D9-BF2C-6024B638DEA9}" presName="textRect" presStyleLbl="revTx" presStyleIdx="1" presStyleCnt="2" custScaleX="127341" custScaleY="143588" custLinFactNeighborX="298" custLinFactNeighborY="10060">
        <dgm:presLayoutVars>
          <dgm:chMax val="1"/>
          <dgm:chPref val="1"/>
        </dgm:presLayoutVars>
      </dgm:prSet>
      <dgm:spPr/>
    </dgm:pt>
  </dgm:ptLst>
  <dgm:cxnLst>
    <dgm:cxn modelId="{1B8CB22C-9648-419B-97E9-4AA6C3555723}" type="presOf" srcId="{701D68F5-42F8-47BC-8FED-84C50F595DF0}" destId="{A99B5DD6-89E9-4537-B415-4205CEB9323A}" srcOrd="0" destOrd="0" presId="urn:microsoft.com/office/officeart/2018/2/layout/IconLabelList"/>
    <dgm:cxn modelId="{C4BA385D-31ED-40EF-A5D6-98DFBA64E71A}" srcId="{7D9C16A6-8C48-4165-8DAF-8C957C12A8FA}" destId="{701D68F5-42F8-47BC-8FED-84C50F595DF0}" srcOrd="0" destOrd="0" parTransId="{9617668C-C38C-4017-8DDF-37855B15D110}" sibTransId="{0C95B389-AC0C-4055-9AA3-38815EFC8B0A}"/>
    <dgm:cxn modelId="{5574CC64-4BF2-43BE-BABC-6DF1E58A4C74}" type="presOf" srcId="{7D9C16A6-8C48-4165-8DAF-8C957C12A8FA}" destId="{8994D886-A75F-411A-A9D7-D31991FF12BD}" srcOrd="0" destOrd="0" presId="urn:microsoft.com/office/officeart/2018/2/layout/IconLabelList"/>
    <dgm:cxn modelId="{7F0DAB6F-9257-4F2D-B31A-3418F73F6952}" srcId="{7D9C16A6-8C48-4165-8DAF-8C957C12A8FA}" destId="{91A66877-AC1C-46D9-BF2C-6024B638DEA9}" srcOrd="1" destOrd="0" parTransId="{913FED05-DF41-48A7-B1F8-81937A468EF9}" sibTransId="{BFCE4A28-C381-46FF-935A-B11534EF7D87}"/>
    <dgm:cxn modelId="{EC5C6E85-C523-4B60-976B-342F12E3A6CB}" type="presOf" srcId="{91A66877-AC1C-46D9-BF2C-6024B638DEA9}" destId="{55120873-6F5C-4053-8EAD-6287A7F1097E}" srcOrd="0" destOrd="0" presId="urn:microsoft.com/office/officeart/2018/2/layout/IconLabelList"/>
    <dgm:cxn modelId="{2AD6E781-3ED2-484E-B438-73386D2C583D}" type="presParOf" srcId="{8994D886-A75F-411A-A9D7-D31991FF12BD}" destId="{E1DBA6D5-BD14-4CD2-A0CC-80F867FEFA81}" srcOrd="0" destOrd="0" presId="urn:microsoft.com/office/officeart/2018/2/layout/IconLabelList"/>
    <dgm:cxn modelId="{10B2B212-528C-471D-ABD0-D66ED992B833}" type="presParOf" srcId="{E1DBA6D5-BD14-4CD2-A0CC-80F867FEFA81}" destId="{19A8DC21-3E65-409D-AD53-DA51BB9198A0}" srcOrd="0" destOrd="0" presId="urn:microsoft.com/office/officeart/2018/2/layout/IconLabelList"/>
    <dgm:cxn modelId="{2A8FB3D0-F98B-4F5A-BACA-4315E38776FB}" type="presParOf" srcId="{E1DBA6D5-BD14-4CD2-A0CC-80F867FEFA81}" destId="{B9F90A48-FF94-4C94-A587-0190406F6FD3}" srcOrd="1" destOrd="0" presId="urn:microsoft.com/office/officeart/2018/2/layout/IconLabelList"/>
    <dgm:cxn modelId="{95FEF629-9884-451C-89B4-41B897ABE3D6}" type="presParOf" srcId="{E1DBA6D5-BD14-4CD2-A0CC-80F867FEFA81}" destId="{A99B5DD6-89E9-4537-B415-4205CEB9323A}" srcOrd="2" destOrd="0" presId="urn:microsoft.com/office/officeart/2018/2/layout/IconLabelList"/>
    <dgm:cxn modelId="{0FE6827F-DE80-4F8A-8E9D-7F88C0F7EF29}" type="presParOf" srcId="{8994D886-A75F-411A-A9D7-D31991FF12BD}" destId="{8B391436-B9B0-45BD-A57F-792D6376D868}" srcOrd="1" destOrd="0" presId="urn:microsoft.com/office/officeart/2018/2/layout/IconLabelList"/>
    <dgm:cxn modelId="{4857BE3A-D518-473D-AC79-7B9BF18B9824}" type="presParOf" srcId="{8994D886-A75F-411A-A9D7-D31991FF12BD}" destId="{95872155-C45D-46D3-874C-D838089A06F8}" srcOrd="2" destOrd="0" presId="urn:microsoft.com/office/officeart/2018/2/layout/IconLabelList"/>
    <dgm:cxn modelId="{B4B325C4-81F2-4B3E-8CBF-4532B0BFA343}" type="presParOf" srcId="{95872155-C45D-46D3-874C-D838089A06F8}" destId="{CE9DF0E8-B0DE-4E1E-9FF4-6006AD8428DB}" srcOrd="0" destOrd="0" presId="urn:microsoft.com/office/officeart/2018/2/layout/IconLabelList"/>
    <dgm:cxn modelId="{0AE6D335-6E55-47E1-BAD8-0368620AB8F6}" type="presParOf" srcId="{95872155-C45D-46D3-874C-D838089A06F8}" destId="{AA0423A1-55B2-45E9-BFE7-3FBE5BDA65ED}" srcOrd="1" destOrd="0" presId="urn:microsoft.com/office/officeart/2018/2/layout/IconLabelList"/>
    <dgm:cxn modelId="{AFEE8CCD-97FE-4EFA-A584-DF6AFDAD2B20}" type="presParOf" srcId="{95872155-C45D-46D3-874C-D838089A06F8}" destId="{55120873-6F5C-4053-8EAD-6287A7F1097E}" srcOrd="2" destOrd="0" presId="urn:microsoft.com/office/officeart/2018/2/layout/IconLabelList"/>
  </dgm:cxnLst>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2.xml><?xml version="1.0" encoding="utf-8"?>
<dgm:dataModel xmlns:dgm="http://schemas.openxmlformats.org/drawingml/2006/diagram" xmlns:a="http://schemas.openxmlformats.org/drawingml/2006/main">
  <dgm:ptLst>
    <dgm:pt modelId="{7E5AA53B-3EEE-4DE4-BB81-9044890C2946}" type="doc">
      <dgm:prSet loTypeId="urn:microsoft.com/office/officeart/2008/layout/VerticalCurvedList" loCatId="list" qsTypeId="urn:microsoft.com/office/officeart/2005/8/quickstyle/simple4" qsCatId="simple" csTypeId="urn:microsoft.com/office/officeart/2005/8/colors/accent2_2" csCatId="accent2" phldr="1"/>
      <dgm:spPr/>
      <dgm:t>
        <a:bodyPr rtlCol="0"/>
        <a:lstStyle/>
        <a:p>
          <a:pPr rtl="0"/>
          <a:endParaRPr lang="en-US"/>
        </a:p>
      </dgm:t>
    </dgm:pt>
    <dgm:pt modelId="{6750AC01-D39D-4F3A-9DC8-2A211EE986A2}">
      <dgm:prSet phldrT="[Text]"/>
      <dgm:spPr/>
      <dgm:t>
        <a:bodyPr rtlCol="0"/>
        <a:lstStyle/>
        <a:p>
          <a:pPr rtl="0">
            <a:lnSpc>
              <a:spcPct val="100000"/>
            </a:lnSpc>
          </a:pPr>
          <a:r>
            <a:rPr lang="es-MX" b="1" dirty="0"/>
            <a:t>SCLK (Serial </a:t>
          </a:r>
          <a:r>
            <a:rPr lang="es-MX" b="1" dirty="0" err="1"/>
            <a:t>Clock</a:t>
          </a:r>
          <a:r>
            <a:rPr lang="es-MX" b="1" dirty="0"/>
            <a:t>): Señal de reloj generada por el maestro</a:t>
          </a:r>
          <a:endParaRPr lang="es-ES" noProof="0" dirty="0"/>
        </a:p>
      </dgm:t>
    </dgm:pt>
    <dgm:pt modelId="{720680DC-AAA4-4434-A582-60EBCC5BA355}" type="parTrans" cxnId="{0B5DAE5F-BCDC-4BF7-A6E7-CF856886A64D}">
      <dgm:prSet/>
      <dgm:spPr/>
      <dgm:t>
        <a:bodyPr rtlCol="0"/>
        <a:lstStyle/>
        <a:p>
          <a:pPr rtl="0"/>
          <a:endParaRPr lang="es-ES" noProof="0" dirty="0"/>
        </a:p>
      </dgm:t>
    </dgm:pt>
    <dgm:pt modelId="{CA077D98-8478-47EA-B6A9-99ACE60C64D4}" type="sibTrans" cxnId="{0B5DAE5F-BCDC-4BF7-A6E7-CF856886A64D}">
      <dgm:prSet/>
      <dgm:spPr/>
      <dgm:t>
        <a:bodyPr rtlCol="0"/>
        <a:lstStyle/>
        <a:p>
          <a:pPr rtl="0"/>
          <a:endParaRPr lang="es-ES" noProof="0" dirty="0"/>
        </a:p>
      </dgm:t>
    </dgm:pt>
    <dgm:pt modelId="{5605D28D-2CE6-4513-8566-952984E21E14}">
      <dgm:prSet phldrT="[Text]"/>
      <dgm:spPr/>
      <dgm:t>
        <a:bodyPr rtlCol="0"/>
        <a:lstStyle/>
        <a:p>
          <a:pPr rtl="0">
            <a:lnSpc>
              <a:spcPct val="100000"/>
            </a:lnSpc>
          </a:pPr>
          <a:r>
            <a:rPr lang="es-MX" noProof="0" dirty="0"/>
            <a:t>MISO (Master In Slave </a:t>
          </a:r>
          <a:r>
            <a:rPr lang="es-MX" noProof="0" dirty="0" err="1"/>
            <a:t>Out</a:t>
          </a:r>
          <a:r>
            <a:rPr lang="es-MX" noProof="0" dirty="0"/>
            <a:t>): datos enviados del esclavo al maestro.</a:t>
          </a:r>
          <a:endParaRPr lang="es-ES" noProof="0" dirty="0"/>
        </a:p>
      </dgm:t>
    </dgm:pt>
    <dgm:pt modelId="{EB15AB98-362B-4E70-A3DA-995FC3E8BA79}" type="parTrans" cxnId="{FAF3F884-F0CF-440F-8CB1-B7648AB1B138}">
      <dgm:prSet/>
      <dgm:spPr/>
      <dgm:t>
        <a:bodyPr rtlCol="0"/>
        <a:lstStyle/>
        <a:p>
          <a:pPr rtl="0"/>
          <a:endParaRPr lang="es-ES" noProof="0" dirty="0"/>
        </a:p>
      </dgm:t>
    </dgm:pt>
    <dgm:pt modelId="{823D1971-2C4D-4EC5-A874-2F463DE37109}" type="sibTrans" cxnId="{FAF3F884-F0CF-440F-8CB1-B7648AB1B138}">
      <dgm:prSet/>
      <dgm:spPr/>
      <dgm:t>
        <a:bodyPr rtlCol="0"/>
        <a:lstStyle/>
        <a:p>
          <a:pPr rtl="0"/>
          <a:endParaRPr lang="es-ES" noProof="0" dirty="0"/>
        </a:p>
      </dgm:t>
    </dgm:pt>
    <dgm:pt modelId="{0BEF68B8-1228-47BB-83B5-7B9CD1E3F84E}">
      <dgm:prSet phldrT="[Text]"/>
      <dgm:spPr/>
      <dgm:t>
        <a:bodyPr rtlCol="0"/>
        <a:lstStyle/>
        <a:p>
          <a:pPr rtl="0">
            <a:lnSpc>
              <a:spcPct val="100000"/>
            </a:lnSpc>
          </a:pPr>
          <a:r>
            <a:rPr lang="es-MX" noProof="0" dirty="0"/>
            <a:t>MOSI (Master </a:t>
          </a:r>
          <a:r>
            <a:rPr lang="es-MX" noProof="0" dirty="0" err="1"/>
            <a:t>Out</a:t>
          </a:r>
          <a:r>
            <a:rPr lang="es-MX" noProof="0" dirty="0"/>
            <a:t> Slave In): Datos enviados del maestro al esclavo.</a:t>
          </a:r>
          <a:endParaRPr lang="es-ES" noProof="0" dirty="0"/>
        </a:p>
      </dgm:t>
    </dgm:pt>
    <dgm:pt modelId="{FD949706-EDCC-4ADC-8EDF-8EDA49C92325}" type="sibTrans" cxnId="{EDEF4F82-1237-4639-A0F7-385C1897CE66}">
      <dgm:prSet/>
      <dgm:spPr/>
      <dgm:t>
        <a:bodyPr rtlCol="0"/>
        <a:lstStyle/>
        <a:p>
          <a:pPr rtl="0"/>
          <a:endParaRPr lang="es-ES" noProof="0" dirty="0"/>
        </a:p>
      </dgm:t>
    </dgm:pt>
    <dgm:pt modelId="{ED3A4BC2-B75A-4952-A38B-A42B5995DF05}" type="parTrans" cxnId="{EDEF4F82-1237-4639-A0F7-385C1897CE66}">
      <dgm:prSet/>
      <dgm:spPr/>
      <dgm:t>
        <a:bodyPr rtlCol="0"/>
        <a:lstStyle/>
        <a:p>
          <a:pPr rtl="0"/>
          <a:endParaRPr lang="es-ES" noProof="0" dirty="0"/>
        </a:p>
      </dgm:t>
    </dgm:pt>
    <dgm:pt modelId="{A2F4B628-30E3-4D66-B989-40AF0B7755B7}">
      <dgm:prSet phldrT="[Text]"/>
      <dgm:spPr/>
      <dgm:t>
        <a:bodyPr rtlCol="0"/>
        <a:lstStyle/>
        <a:p>
          <a:pPr rtl="0">
            <a:lnSpc>
              <a:spcPct val="100000"/>
            </a:lnSpc>
          </a:pPr>
          <a:r>
            <a:rPr lang="es-MX" noProof="0" dirty="0"/>
            <a:t>SS (Slave </a:t>
          </a:r>
          <a:r>
            <a:rPr lang="es-MX" noProof="0" dirty="0" err="1"/>
            <a:t>Select</a:t>
          </a:r>
          <a:r>
            <a:rPr lang="es-MX" noProof="0" dirty="0"/>
            <a:t>): línea que selecciona el dispositivo esclavo.</a:t>
          </a:r>
          <a:endParaRPr lang="es-ES" noProof="0" dirty="0"/>
        </a:p>
      </dgm:t>
    </dgm:pt>
    <dgm:pt modelId="{16892FE4-3D9B-4EF5-BE20-5B7E7BCF5740}" type="parTrans" cxnId="{C3C806D5-91C1-44AD-8B95-3B5D83747318}">
      <dgm:prSet/>
      <dgm:spPr/>
      <dgm:t>
        <a:bodyPr/>
        <a:lstStyle/>
        <a:p>
          <a:endParaRPr lang="es-MX"/>
        </a:p>
      </dgm:t>
    </dgm:pt>
    <dgm:pt modelId="{DC2506BA-B560-4337-99C3-27177FAEF560}" type="sibTrans" cxnId="{C3C806D5-91C1-44AD-8B95-3B5D83747318}">
      <dgm:prSet/>
      <dgm:spPr/>
      <dgm:t>
        <a:bodyPr/>
        <a:lstStyle/>
        <a:p>
          <a:endParaRPr lang="es-MX"/>
        </a:p>
      </dgm:t>
    </dgm:pt>
    <dgm:pt modelId="{57806726-6E60-4ACC-9C1C-7DF9CC365A10}" type="pres">
      <dgm:prSet presAssocID="{7E5AA53B-3EEE-4DE4-BB81-9044890C2946}" presName="Name0" presStyleCnt="0">
        <dgm:presLayoutVars>
          <dgm:chMax val="7"/>
          <dgm:chPref val="7"/>
          <dgm:dir/>
        </dgm:presLayoutVars>
      </dgm:prSet>
      <dgm:spPr/>
    </dgm:pt>
    <dgm:pt modelId="{90561C55-3C6E-4D53-85E1-2C50BCDDA392}" type="pres">
      <dgm:prSet presAssocID="{7E5AA53B-3EEE-4DE4-BB81-9044890C2946}" presName="Name1" presStyleCnt="0"/>
      <dgm:spPr/>
    </dgm:pt>
    <dgm:pt modelId="{B6CD42EC-5AD4-4004-AE5B-47EDA668DAA8}" type="pres">
      <dgm:prSet presAssocID="{7E5AA53B-3EEE-4DE4-BB81-9044890C2946}" presName="cycle" presStyleCnt="0"/>
      <dgm:spPr/>
    </dgm:pt>
    <dgm:pt modelId="{963B8EE3-40CC-4A0A-B420-D0BF920973CE}" type="pres">
      <dgm:prSet presAssocID="{7E5AA53B-3EEE-4DE4-BB81-9044890C2946}" presName="srcNode" presStyleLbl="node1" presStyleIdx="0" presStyleCnt="4"/>
      <dgm:spPr/>
    </dgm:pt>
    <dgm:pt modelId="{D79B43FC-100B-4A0D-A4D5-0D2D04B99064}" type="pres">
      <dgm:prSet presAssocID="{7E5AA53B-3EEE-4DE4-BB81-9044890C2946}" presName="conn" presStyleLbl="parChTrans1D2" presStyleIdx="0" presStyleCnt="1"/>
      <dgm:spPr/>
    </dgm:pt>
    <dgm:pt modelId="{3CAD8DA1-8D53-445C-ACE8-D8449E4F0F55}" type="pres">
      <dgm:prSet presAssocID="{7E5AA53B-3EEE-4DE4-BB81-9044890C2946}" presName="extraNode" presStyleLbl="node1" presStyleIdx="0" presStyleCnt="4"/>
      <dgm:spPr/>
    </dgm:pt>
    <dgm:pt modelId="{429CABD1-4116-474B-81BF-735E2CA9DD00}" type="pres">
      <dgm:prSet presAssocID="{7E5AA53B-3EEE-4DE4-BB81-9044890C2946}" presName="dstNode" presStyleLbl="node1" presStyleIdx="0" presStyleCnt="4"/>
      <dgm:spPr/>
    </dgm:pt>
    <dgm:pt modelId="{58319267-C71E-43C9-94E1-827D0616C7A7}" type="pres">
      <dgm:prSet presAssocID="{6750AC01-D39D-4F3A-9DC8-2A211EE986A2}" presName="text_1" presStyleLbl="node1" presStyleIdx="0" presStyleCnt="4">
        <dgm:presLayoutVars>
          <dgm:bulletEnabled val="1"/>
        </dgm:presLayoutVars>
      </dgm:prSet>
      <dgm:spPr/>
    </dgm:pt>
    <dgm:pt modelId="{79F9B8A9-2412-4B74-84A9-69422DB81CDC}" type="pres">
      <dgm:prSet presAssocID="{6750AC01-D39D-4F3A-9DC8-2A211EE986A2}" presName="accent_1" presStyleCnt="0"/>
      <dgm:spPr/>
    </dgm:pt>
    <dgm:pt modelId="{07CB3071-D555-47DA-A36A-69EB91531FD8}" type="pres">
      <dgm:prSet presAssocID="{6750AC01-D39D-4F3A-9DC8-2A211EE986A2}" presName="accentRepeatNode" presStyleLbl="solidFgAcc1" presStyleIdx="0" presStyleCnt="4"/>
      <dgm:spPr/>
    </dgm:pt>
    <dgm:pt modelId="{95DE6538-27BD-44AF-A1A8-CA8F6B10FDD2}" type="pres">
      <dgm:prSet presAssocID="{0BEF68B8-1228-47BB-83B5-7B9CD1E3F84E}" presName="text_2" presStyleLbl="node1" presStyleIdx="1" presStyleCnt="4">
        <dgm:presLayoutVars>
          <dgm:bulletEnabled val="1"/>
        </dgm:presLayoutVars>
      </dgm:prSet>
      <dgm:spPr/>
    </dgm:pt>
    <dgm:pt modelId="{312BDEE8-85BD-4F02-B35B-2CC8E701C98B}" type="pres">
      <dgm:prSet presAssocID="{0BEF68B8-1228-47BB-83B5-7B9CD1E3F84E}" presName="accent_2" presStyleCnt="0"/>
      <dgm:spPr/>
    </dgm:pt>
    <dgm:pt modelId="{3F8116AC-FAC3-4E95-9865-93CCFEB191B9}" type="pres">
      <dgm:prSet presAssocID="{0BEF68B8-1228-47BB-83B5-7B9CD1E3F84E}" presName="accentRepeatNode" presStyleLbl="solidFgAcc1" presStyleIdx="1" presStyleCnt="4"/>
      <dgm:spPr/>
    </dgm:pt>
    <dgm:pt modelId="{E131CE4A-9776-44F4-BC03-867682E21374}" type="pres">
      <dgm:prSet presAssocID="{5605D28D-2CE6-4513-8566-952984E21E14}" presName="text_3" presStyleLbl="node1" presStyleIdx="2" presStyleCnt="4">
        <dgm:presLayoutVars>
          <dgm:bulletEnabled val="1"/>
        </dgm:presLayoutVars>
      </dgm:prSet>
      <dgm:spPr/>
    </dgm:pt>
    <dgm:pt modelId="{AC9A216A-8375-48F9-A4E6-8E0B64C0209B}" type="pres">
      <dgm:prSet presAssocID="{5605D28D-2CE6-4513-8566-952984E21E14}" presName="accent_3" presStyleCnt="0"/>
      <dgm:spPr/>
    </dgm:pt>
    <dgm:pt modelId="{A965097E-32F1-4AB8-8C4E-2814A7596B2F}" type="pres">
      <dgm:prSet presAssocID="{5605D28D-2CE6-4513-8566-952984E21E14}" presName="accentRepeatNode" presStyleLbl="solidFgAcc1" presStyleIdx="2" presStyleCnt="4"/>
      <dgm:spPr/>
    </dgm:pt>
    <dgm:pt modelId="{D1F59B43-1EB2-40F6-8119-F3E6DA9C884A}" type="pres">
      <dgm:prSet presAssocID="{A2F4B628-30E3-4D66-B989-40AF0B7755B7}" presName="text_4" presStyleLbl="node1" presStyleIdx="3" presStyleCnt="4">
        <dgm:presLayoutVars>
          <dgm:bulletEnabled val="1"/>
        </dgm:presLayoutVars>
      </dgm:prSet>
      <dgm:spPr/>
    </dgm:pt>
    <dgm:pt modelId="{07639DEB-5105-44DE-AB77-BF4C362CB70F}" type="pres">
      <dgm:prSet presAssocID="{A2F4B628-30E3-4D66-B989-40AF0B7755B7}" presName="accent_4" presStyleCnt="0"/>
      <dgm:spPr/>
    </dgm:pt>
    <dgm:pt modelId="{A89D1C0D-E306-4D32-B269-01ED994E565C}" type="pres">
      <dgm:prSet presAssocID="{A2F4B628-30E3-4D66-B989-40AF0B7755B7}" presName="accentRepeatNode" presStyleLbl="solidFgAcc1" presStyleIdx="3" presStyleCnt="4"/>
      <dgm:spPr/>
    </dgm:pt>
  </dgm:ptLst>
  <dgm:cxnLst>
    <dgm:cxn modelId="{A11E3B12-1828-45A7-86C3-BB85832DF84D}" type="presOf" srcId="{CA077D98-8478-47EA-B6A9-99ACE60C64D4}" destId="{D79B43FC-100B-4A0D-A4D5-0D2D04B99064}" srcOrd="0" destOrd="0" presId="urn:microsoft.com/office/officeart/2008/layout/VerticalCurvedList"/>
    <dgm:cxn modelId="{0B5DAE5F-BCDC-4BF7-A6E7-CF856886A64D}" srcId="{7E5AA53B-3EEE-4DE4-BB81-9044890C2946}" destId="{6750AC01-D39D-4F3A-9DC8-2A211EE986A2}" srcOrd="0" destOrd="0" parTransId="{720680DC-AAA4-4434-A582-60EBCC5BA355}" sibTransId="{CA077D98-8478-47EA-B6A9-99ACE60C64D4}"/>
    <dgm:cxn modelId="{A058516C-0329-412F-AAF6-D21D503517B9}" type="presOf" srcId="{A2F4B628-30E3-4D66-B989-40AF0B7755B7}" destId="{D1F59B43-1EB2-40F6-8119-F3E6DA9C884A}" srcOrd="0" destOrd="0" presId="urn:microsoft.com/office/officeart/2008/layout/VerticalCurvedList"/>
    <dgm:cxn modelId="{29DA474E-5DFA-4C66-882F-319C49ABBB19}" type="presOf" srcId="{6750AC01-D39D-4F3A-9DC8-2A211EE986A2}" destId="{58319267-C71E-43C9-94E1-827D0616C7A7}" srcOrd="0" destOrd="0" presId="urn:microsoft.com/office/officeart/2008/layout/VerticalCurvedList"/>
    <dgm:cxn modelId="{7084AA77-BACB-46CB-AE4A-77B62D3ED1AF}" type="presOf" srcId="{5605D28D-2CE6-4513-8566-952984E21E14}" destId="{E131CE4A-9776-44F4-BC03-867682E21374}" srcOrd="0" destOrd="0" presId="urn:microsoft.com/office/officeart/2008/layout/VerticalCurvedList"/>
    <dgm:cxn modelId="{EDEF4F82-1237-4639-A0F7-385C1897CE66}" srcId="{7E5AA53B-3EEE-4DE4-BB81-9044890C2946}" destId="{0BEF68B8-1228-47BB-83B5-7B9CD1E3F84E}" srcOrd="1" destOrd="0" parTransId="{ED3A4BC2-B75A-4952-A38B-A42B5995DF05}" sibTransId="{FD949706-EDCC-4ADC-8EDF-8EDA49C92325}"/>
    <dgm:cxn modelId="{FAF3F884-F0CF-440F-8CB1-B7648AB1B138}" srcId="{7E5AA53B-3EEE-4DE4-BB81-9044890C2946}" destId="{5605D28D-2CE6-4513-8566-952984E21E14}" srcOrd="2" destOrd="0" parTransId="{EB15AB98-362B-4E70-A3DA-995FC3E8BA79}" sibTransId="{823D1971-2C4D-4EC5-A874-2F463DE37109}"/>
    <dgm:cxn modelId="{4F65CC8F-B5A8-40BE-A32B-05862B543D6A}" type="presOf" srcId="{7E5AA53B-3EEE-4DE4-BB81-9044890C2946}" destId="{57806726-6E60-4ACC-9C1C-7DF9CC365A10}" srcOrd="0" destOrd="0" presId="urn:microsoft.com/office/officeart/2008/layout/VerticalCurvedList"/>
    <dgm:cxn modelId="{4A378892-5CCC-4F0D-8A38-4BEAECF30F24}" type="presOf" srcId="{0BEF68B8-1228-47BB-83B5-7B9CD1E3F84E}" destId="{95DE6538-27BD-44AF-A1A8-CA8F6B10FDD2}" srcOrd="0" destOrd="0" presId="urn:microsoft.com/office/officeart/2008/layout/VerticalCurvedList"/>
    <dgm:cxn modelId="{C3C806D5-91C1-44AD-8B95-3B5D83747318}" srcId="{7E5AA53B-3EEE-4DE4-BB81-9044890C2946}" destId="{A2F4B628-30E3-4D66-B989-40AF0B7755B7}" srcOrd="3" destOrd="0" parTransId="{16892FE4-3D9B-4EF5-BE20-5B7E7BCF5740}" sibTransId="{DC2506BA-B560-4337-99C3-27177FAEF560}"/>
    <dgm:cxn modelId="{4E25B52E-70EF-4A0F-B410-0B49263AF380}" type="presParOf" srcId="{57806726-6E60-4ACC-9C1C-7DF9CC365A10}" destId="{90561C55-3C6E-4D53-85E1-2C50BCDDA392}" srcOrd="0" destOrd="0" presId="urn:microsoft.com/office/officeart/2008/layout/VerticalCurvedList"/>
    <dgm:cxn modelId="{2B3DD9E4-EC9C-4B92-B380-F89BF82E7CF3}" type="presParOf" srcId="{90561C55-3C6E-4D53-85E1-2C50BCDDA392}" destId="{B6CD42EC-5AD4-4004-AE5B-47EDA668DAA8}" srcOrd="0" destOrd="0" presId="urn:microsoft.com/office/officeart/2008/layout/VerticalCurvedList"/>
    <dgm:cxn modelId="{EA357085-80A4-4D1D-9BD2-56B1E9A721FB}" type="presParOf" srcId="{B6CD42EC-5AD4-4004-AE5B-47EDA668DAA8}" destId="{963B8EE3-40CC-4A0A-B420-D0BF920973CE}" srcOrd="0" destOrd="0" presId="urn:microsoft.com/office/officeart/2008/layout/VerticalCurvedList"/>
    <dgm:cxn modelId="{F175C6D0-411C-40FD-A19B-860D49F42061}" type="presParOf" srcId="{B6CD42EC-5AD4-4004-AE5B-47EDA668DAA8}" destId="{D79B43FC-100B-4A0D-A4D5-0D2D04B99064}" srcOrd="1" destOrd="0" presId="urn:microsoft.com/office/officeart/2008/layout/VerticalCurvedList"/>
    <dgm:cxn modelId="{794BB944-68C0-47A5-9792-652802EB36AC}" type="presParOf" srcId="{B6CD42EC-5AD4-4004-AE5B-47EDA668DAA8}" destId="{3CAD8DA1-8D53-445C-ACE8-D8449E4F0F55}" srcOrd="2" destOrd="0" presId="urn:microsoft.com/office/officeart/2008/layout/VerticalCurvedList"/>
    <dgm:cxn modelId="{B8CC75C4-3D1A-49E7-80D2-915668C1368C}" type="presParOf" srcId="{B6CD42EC-5AD4-4004-AE5B-47EDA668DAA8}" destId="{429CABD1-4116-474B-81BF-735E2CA9DD00}" srcOrd="3" destOrd="0" presId="urn:microsoft.com/office/officeart/2008/layout/VerticalCurvedList"/>
    <dgm:cxn modelId="{28110BB8-F33F-498C-9A75-98364B05EFA5}" type="presParOf" srcId="{90561C55-3C6E-4D53-85E1-2C50BCDDA392}" destId="{58319267-C71E-43C9-94E1-827D0616C7A7}" srcOrd="1" destOrd="0" presId="urn:microsoft.com/office/officeart/2008/layout/VerticalCurvedList"/>
    <dgm:cxn modelId="{3866F6C9-5521-48F2-B6C3-40C9896E1605}" type="presParOf" srcId="{90561C55-3C6E-4D53-85E1-2C50BCDDA392}" destId="{79F9B8A9-2412-4B74-84A9-69422DB81CDC}" srcOrd="2" destOrd="0" presId="urn:microsoft.com/office/officeart/2008/layout/VerticalCurvedList"/>
    <dgm:cxn modelId="{D2205A4F-BB7A-4399-BC2F-78E18EC6EAFE}" type="presParOf" srcId="{79F9B8A9-2412-4B74-84A9-69422DB81CDC}" destId="{07CB3071-D555-47DA-A36A-69EB91531FD8}" srcOrd="0" destOrd="0" presId="urn:microsoft.com/office/officeart/2008/layout/VerticalCurvedList"/>
    <dgm:cxn modelId="{602753E6-8A03-492B-861A-6B9532B5AA28}" type="presParOf" srcId="{90561C55-3C6E-4D53-85E1-2C50BCDDA392}" destId="{95DE6538-27BD-44AF-A1A8-CA8F6B10FDD2}" srcOrd="3" destOrd="0" presId="urn:microsoft.com/office/officeart/2008/layout/VerticalCurvedList"/>
    <dgm:cxn modelId="{AEC540A3-E86A-4075-8BE4-263F4AFF4EA1}" type="presParOf" srcId="{90561C55-3C6E-4D53-85E1-2C50BCDDA392}" destId="{312BDEE8-85BD-4F02-B35B-2CC8E701C98B}" srcOrd="4" destOrd="0" presId="urn:microsoft.com/office/officeart/2008/layout/VerticalCurvedList"/>
    <dgm:cxn modelId="{CD5D1014-B7CB-4B47-9A02-5FBF90928A73}" type="presParOf" srcId="{312BDEE8-85BD-4F02-B35B-2CC8E701C98B}" destId="{3F8116AC-FAC3-4E95-9865-93CCFEB191B9}" srcOrd="0" destOrd="0" presId="urn:microsoft.com/office/officeart/2008/layout/VerticalCurvedList"/>
    <dgm:cxn modelId="{987EB7C0-CA3E-4874-85E0-01E9060A2D35}" type="presParOf" srcId="{90561C55-3C6E-4D53-85E1-2C50BCDDA392}" destId="{E131CE4A-9776-44F4-BC03-867682E21374}" srcOrd="5" destOrd="0" presId="urn:microsoft.com/office/officeart/2008/layout/VerticalCurvedList"/>
    <dgm:cxn modelId="{91E55363-8DCA-455E-A203-06A9410994CB}" type="presParOf" srcId="{90561C55-3C6E-4D53-85E1-2C50BCDDA392}" destId="{AC9A216A-8375-48F9-A4E6-8E0B64C0209B}" srcOrd="6" destOrd="0" presId="urn:microsoft.com/office/officeart/2008/layout/VerticalCurvedList"/>
    <dgm:cxn modelId="{D866D586-1293-4049-B6E3-B467C1D5ED64}" type="presParOf" srcId="{AC9A216A-8375-48F9-A4E6-8E0B64C0209B}" destId="{A965097E-32F1-4AB8-8C4E-2814A7596B2F}" srcOrd="0" destOrd="0" presId="urn:microsoft.com/office/officeart/2008/layout/VerticalCurvedList"/>
    <dgm:cxn modelId="{B89C886B-1D34-42ED-9B21-054CE0DECEE9}" type="presParOf" srcId="{90561C55-3C6E-4D53-85E1-2C50BCDDA392}" destId="{D1F59B43-1EB2-40F6-8119-F3E6DA9C884A}" srcOrd="7" destOrd="0" presId="urn:microsoft.com/office/officeart/2008/layout/VerticalCurvedList"/>
    <dgm:cxn modelId="{D7D5B774-17EE-4382-A7AE-688F58D6AC2F}" type="presParOf" srcId="{90561C55-3C6E-4D53-85E1-2C50BCDDA392}" destId="{07639DEB-5105-44DE-AB77-BF4C362CB70F}" srcOrd="8" destOrd="0" presId="urn:microsoft.com/office/officeart/2008/layout/VerticalCurvedList"/>
    <dgm:cxn modelId="{53855C01-7047-483F-B9C5-D1D81C18D15E}" type="presParOf" srcId="{07639DEB-5105-44DE-AB77-BF4C362CB70F}" destId="{A89D1C0D-E306-4D32-B269-01ED994E565C}" srcOrd="0" destOrd="0" presId="urn:microsoft.com/office/officeart/2008/layout/VerticalCurve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7E5AA53B-3EEE-4DE4-BB81-9044890C2946}" type="doc">
      <dgm:prSet loTypeId="urn:microsoft.com/office/officeart/2008/layout/VerticalCurvedList" loCatId="list" qsTypeId="urn:microsoft.com/office/officeart/2005/8/quickstyle/simple4" qsCatId="simple" csTypeId="urn:microsoft.com/office/officeart/2005/8/colors/accent2_2" csCatId="accent2" phldr="1"/>
      <dgm:spPr/>
      <dgm:t>
        <a:bodyPr rtlCol="0"/>
        <a:lstStyle/>
        <a:p>
          <a:pPr rtl="0"/>
          <a:endParaRPr lang="en-US"/>
        </a:p>
      </dgm:t>
    </dgm:pt>
    <dgm:pt modelId="{57806726-6E60-4ACC-9C1C-7DF9CC365A10}" type="pres">
      <dgm:prSet presAssocID="{7E5AA53B-3EEE-4DE4-BB81-9044890C2946}" presName="Name0" presStyleCnt="0">
        <dgm:presLayoutVars>
          <dgm:chMax val="7"/>
          <dgm:chPref val="7"/>
          <dgm:dir/>
        </dgm:presLayoutVars>
      </dgm:prSet>
      <dgm:spPr/>
    </dgm:pt>
    <dgm:pt modelId="{90561C55-3C6E-4D53-85E1-2C50BCDDA392}" type="pres">
      <dgm:prSet presAssocID="{7E5AA53B-3EEE-4DE4-BB81-9044890C2946}" presName="Name1" presStyleCnt="0"/>
      <dgm:spPr/>
    </dgm:pt>
    <dgm:pt modelId="{B6CD42EC-5AD4-4004-AE5B-47EDA668DAA8}" type="pres">
      <dgm:prSet presAssocID="{7E5AA53B-3EEE-4DE4-BB81-9044890C2946}" presName="cycle" presStyleCnt="0"/>
      <dgm:spPr/>
    </dgm:pt>
    <dgm:pt modelId="{963B8EE3-40CC-4A0A-B420-D0BF920973CE}" type="pres">
      <dgm:prSet presAssocID="{7E5AA53B-3EEE-4DE4-BB81-9044890C2946}" presName="srcNode" presStyleLbl="node1" presStyleIdx="0" presStyleCnt="0"/>
      <dgm:spPr/>
    </dgm:pt>
    <dgm:pt modelId="{D79B43FC-100B-4A0D-A4D5-0D2D04B99064}" type="pres">
      <dgm:prSet presAssocID="{7E5AA53B-3EEE-4DE4-BB81-9044890C2946}" presName="conn" presStyleLbl="parChTrans1D2" presStyleIdx="0" presStyleCnt="1"/>
      <dgm:spPr/>
    </dgm:pt>
    <dgm:pt modelId="{3CAD8DA1-8D53-445C-ACE8-D8449E4F0F55}" type="pres">
      <dgm:prSet presAssocID="{7E5AA53B-3EEE-4DE4-BB81-9044890C2946}" presName="extraNode" presStyleLbl="node1" presStyleIdx="0" presStyleCnt="0"/>
      <dgm:spPr/>
    </dgm:pt>
    <dgm:pt modelId="{429CABD1-4116-474B-81BF-735E2CA9DD00}" type="pres">
      <dgm:prSet presAssocID="{7E5AA53B-3EEE-4DE4-BB81-9044890C2946}" presName="dstNode" presStyleLbl="node1" presStyleIdx="0" presStyleCnt="0"/>
      <dgm:spPr/>
    </dgm:pt>
  </dgm:ptLst>
  <dgm:cxnLst>
    <dgm:cxn modelId="{4F65CC8F-B5A8-40BE-A32B-05862B543D6A}" type="presOf" srcId="{7E5AA53B-3EEE-4DE4-BB81-9044890C2946}" destId="{57806726-6E60-4ACC-9C1C-7DF9CC365A10}" srcOrd="0" destOrd="0" presId="urn:microsoft.com/office/officeart/2008/layout/VerticalCurvedList"/>
    <dgm:cxn modelId="{4E25B52E-70EF-4A0F-B410-0B49263AF380}" type="presParOf" srcId="{57806726-6E60-4ACC-9C1C-7DF9CC365A10}" destId="{90561C55-3C6E-4D53-85E1-2C50BCDDA392}" srcOrd="0" destOrd="0" presId="urn:microsoft.com/office/officeart/2008/layout/VerticalCurvedList"/>
    <dgm:cxn modelId="{2B3DD9E4-EC9C-4B92-B380-F89BF82E7CF3}" type="presParOf" srcId="{90561C55-3C6E-4D53-85E1-2C50BCDDA392}" destId="{B6CD42EC-5AD4-4004-AE5B-47EDA668DAA8}" srcOrd="0" destOrd="0" presId="urn:microsoft.com/office/officeart/2008/layout/VerticalCurvedList"/>
    <dgm:cxn modelId="{EA357085-80A4-4D1D-9BD2-56B1E9A721FB}" type="presParOf" srcId="{B6CD42EC-5AD4-4004-AE5B-47EDA668DAA8}" destId="{963B8EE3-40CC-4A0A-B420-D0BF920973CE}" srcOrd="0" destOrd="0" presId="urn:microsoft.com/office/officeart/2008/layout/VerticalCurvedList"/>
    <dgm:cxn modelId="{F175C6D0-411C-40FD-A19B-860D49F42061}" type="presParOf" srcId="{B6CD42EC-5AD4-4004-AE5B-47EDA668DAA8}" destId="{D79B43FC-100B-4A0D-A4D5-0D2D04B99064}" srcOrd="1" destOrd="0" presId="urn:microsoft.com/office/officeart/2008/layout/VerticalCurvedList"/>
    <dgm:cxn modelId="{794BB944-68C0-47A5-9792-652802EB36AC}" type="presParOf" srcId="{B6CD42EC-5AD4-4004-AE5B-47EDA668DAA8}" destId="{3CAD8DA1-8D53-445C-ACE8-D8449E4F0F55}" srcOrd="2" destOrd="0" presId="urn:microsoft.com/office/officeart/2008/layout/VerticalCurvedList"/>
    <dgm:cxn modelId="{B8CC75C4-3D1A-49E7-80D2-915668C1368C}" type="presParOf" srcId="{B6CD42EC-5AD4-4004-AE5B-47EDA668DAA8}" destId="{429CABD1-4116-474B-81BF-735E2CA9DD00}" srcOrd="3" destOrd="0" presId="urn:microsoft.com/office/officeart/2008/layout/VerticalCurve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9A8DC21-3E65-409D-AD53-DA51BB9198A0}">
      <dsp:nvSpPr>
        <dsp:cNvPr id="0" name=""/>
        <dsp:cNvSpPr/>
      </dsp:nvSpPr>
      <dsp:spPr>
        <a:xfrm>
          <a:off x="1707573" y="0"/>
          <a:ext cx="1976941" cy="2318788"/>
        </a:xfrm>
        <a:prstGeom prst="rect">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w="2222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A99B5DD6-89E9-4537-B415-4205CEB9323A}">
      <dsp:nvSpPr>
        <dsp:cNvPr id="0" name=""/>
        <dsp:cNvSpPr/>
      </dsp:nvSpPr>
      <dsp:spPr>
        <a:xfrm>
          <a:off x="924712" y="2296338"/>
          <a:ext cx="3690000" cy="153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rtlCol="0" anchor="t" anchorCtr="0">
          <a:noAutofit/>
        </a:bodyPr>
        <a:lstStyle/>
        <a:p>
          <a:pPr marL="0" lvl="0" indent="0" algn="ctr" defTabSz="622300">
            <a:lnSpc>
              <a:spcPct val="100000"/>
            </a:lnSpc>
            <a:spcBef>
              <a:spcPct val="0"/>
            </a:spcBef>
            <a:spcAft>
              <a:spcPct val="35000"/>
            </a:spcAft>
            <a:buNone/>
          </a:pPr>
          <a:r>
            <a:rPr lang="es-MX" sz="1400" b="1" kern="1200" dirty="0"/>
            <a:t>Objetivo general</a:t>
          </a:r>
          <a:endParaRPr lang="es-MX" sz="1400" kern="1200" dirty="0"/>
        </a:p>
        <a:p>
          <a:pPr marL="0" lvl="0" indent="0" algn="ctr" defTabSz="622300">
            <a:lnSpc>
              <a:spcPct val="100000"/>
            </a:lnSpc>
            <a:spcBef>
              <a:spcPct val="0"/>
            </a:spcBef>
            <a:spcAft>
              <a:spcPct val="35000"/>
            </a:spcAft>
            <a:buNone/>
          </a:pPr>
          <a:r>
            <a:rPr lang="es-MX" sz="1400" kern="1200" dirty="0"/>
            <a:t>Diseñar e implementar un controlador de comunicación </a:t>
          </a:r>
          <a:r>
            <a:rPr lang="es-MX" sz="1400" b="1" kern="1200" dirty="0"/>
            <a:t>SPI (Serial </a:t>
          </a:r>
          <a:r>
            <a:rPr lang="es-MX" sz="1400" b="1" kern="1200" dirty="0" err="1"/>
            <a:t>Peripheral</a:t>
          </a:r>
          <a:r>
            <a:rPr lang="es-MX" sz="1400" b="1" kern="1200" dirty="0"/>
            <a:t> Interface)</a:t>
          </a:r>
          <a:r>
            <a:rPr lang="es-MX" sz="1400" kern="1200" dirty="0"/>
            <a:t> utilizando el lenguaje de descripción de hardware </a:t>
          </a:r>
          <a:r>
            <a:rPr lang="es-MX" sz="1400" b="1" kern="1200" dirty="0" err="1"/>
            <a:t>Verilog</a:t>
          </a:r>
          <a:r>
            <a:rPr lang="es-MX" sz="1400" kern="1200" dirty="0"/>
            <a:t>, con el fin de comprender su funcionamiento y verificar su operación mediante simulación.</a:t>
          </a:r>
          <a:endParaRPr lang="es-ES" sz="1400" kern="1200" noProof="0" dirty="0"/>
        </a:p>
      </dsp:txBody>
      <dsp:txXfrm>
        <a:off x="924712" y="2296338"/>
        <a:ext cx="3690000" cy="1530000"/>
      </dsp:txXfrm>
    </dsp:sp>
    <dsp:sp modelId="{CE9DF0E8-B0DE-4E1E-9FF4-6006AD8428DB}">
      <dsp:nvSpPr>
        <dsp:cNvPr id="0" name=""/>
        <dsp:cNvSpPr/>
      </dsp:nvSpPr>
      <dsp:spPr>
        <a:xfrm>
          <a:off x="6774937" y="218692"/>
          <a:ext cx="2000487" cy="1927608"/>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222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55120873-6F5C-4053-8EAD-6287A7F1097E}">
      <dsp:nvSpPr>
        <dsp:cNvPr id="0" name=""/>
        <dsp:cNvSpPr/>
      </dsp:nvSpPr>
      <dsp:spPr>
        <a:xfrm>
          <a:off x="5282492" y="2086632"/>
          <a:ext cx="4698882" cy="21968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rtlCol="0" anchor="t" anchorCtr="0">
          <a:noAutofit/>
        </a:bodyPr>
        <a:lstStyle/>
        <a:p>
          <a:pPr marL="0" lvl="0" indent="0" algn="ctr" defTabSz="622300">
            <a:lnSpc>
              <a:spcPct val="100000"/>
            </a:lnSpc>
            <a:spcBef>
              <a:spcPct val="0"/>
            </a:spcBef>
            <a:spcAft>
              <a:spcPct val="35000"/>
            </a:spcAft>
            <a:buNone/>
          </a:pPr>
          <a:r>
            <a:rPr lang="es-MX" sz="1400" b="1" kern="1200" dirty="0"/>
            <a:t>Objetivos específicos</a:t>
          </a:r>
          <a:endParaRPr lang="es-MX" sz="1400" kern="1200" dirty="0"/>
        </a:p>
        <a:p>
          <a:pPr marL="0" lvl="0" indent="0" algn="ctr" defTabSz="622300">
            <a:lnSpc>
              <a:spcPct val="100000"/>
            </a:lnSpc>
            <a:spcBef>
              <a:spcPct val="0"/>
            </a:spcBef>
            <a:spcAft>
              <a:spcPct val="35000"/>
            </a:spcAft>
            <a:buNone/>
          </a:pPr>
          <a:r>
            <a:rPr lang="es-MX" sz="1400" kern="1200" dirty="0"/>
            <a:t>Analizar el funcionamiento del protocolo SPI.</a:t>
          </a:r>
        </a:p>
        <a:p>
          <a:pPr marL="0" lvl="0" indent="0" algn="ctr" defTabSz="622300">
            <a:lnSpc>
              <a:spcPct val="100000"/>
            </a:lnSpc>
            <a:spcBef>
              <a:spcPct val="0"/>
            </a:spcBef>
            <a:spcAft>
              <a:spcPct val="35000"/>
            </a:spcAft>
            <a:buNone/>
          </a:pPr>
          <a:r>
            <a:rPr lang="es-MX" sz="1400" kern="1200" dirty="0"/>
            <a:t>Diseñar la lógica del controlador SPI.</a:t>
          </a:r>
        </a:p>
        <a:p>
          <a:pPr marL="0" lvl="0" indent="0" algn="ctr" defTabSz="622300">
            <a:lnSpc>
              <a:spcPct val="100000"/>
            </a:lnSpc>
            <a:spcBef>
              <a:spcPct val="0"/>
            </a:spcBef>
            <a:spcAft>
              <a:spcPct val="35000"/>
            </a:spcAft>
            <a:buNone/>
          </a:pPr>
          <a:r>
            <a:rPr lang="es-MX" sz="1400" kern="1200" dirty="0"/>
            <a:t>Implementar el diseño en </a:t>
          </a:r>
          <a:r>
            <a:rPr lang="es-MX" sz="1400" kern="1200" dirty="0" err="1"/>
            <a:t>Verilog</a:t>
          </a:r>
          <a:r>
            <a:rPr lang="es-MX" sz="1400" kern="1200" dirty="0"/>
            <a:t>.</a:t>
          </a:r>
        </a:p>
        <a:p>
          <a:pPr marL="0" lvl="0" indent="0" algn="ctr" defTabSz="622300">
            <a:lnSpc>
              <a:spcPct val="100000"/>
            </a:lnSpc>
            <a:spcBef>
              <a:spcPct val="0"/>
            </a:spcBef>
            <a:spcAft>
              <a:spcPct val="35000"/>
            </a:spcAft>
            <a:buNone/>
          </a:pPr>
          <a:r>
            <a:rPr lang="es-MX" sz="1400" kern="1200" dirty="0"/>
            <a:t>Verificar el funcionamiento mediante un </a:t>
          </a:r>
          <a:r>
            <a:rPr lang="es-MX" sz="1400" b="1" kern="1200" dirty="0" err="1"/>
            <a:t>testbench</a:t>
          </a:r>
          <a:r>
            <a:rPr lang="es-MX" sz="1400" b="1" kern="1200" dirty="0"/>
            <a:t> y simulación.</a:t>
          </a:r>
          <a:endParaRPr lang="es-ES" sz="1400" kern="1200" noProof="0" dirty="0"/>
        </a:p>
      </dsp:txBody>
      <dsp:txXfrm>
        <a:off x="5282492" y="2086632"/>
        <a:ext cx="4698882" cy="219689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79B43FC-100B-4A0D-A4D5-0D2D04B99064}">
      <dsp:nvSpPr>
        <dsp:cNvPr id="0" name=""/>
        <dsp:cNvSpPr/>
      </dsp:nvSpPr>
      <dsp:spPr>
        <a:xfrm>
          <a:off x="-4028574" y="-618397"/>
          <a:ext cx="4800732" cy="4800732"/>
        </a:xfrm>
        <a:prstGeom prst="blockArc">
          <a:avLst>
            <a:gd name="adj1" fmla="val 18900000"/>
            <a:gd name="adj2" fmla="val 2700000"/>
            <a:gd name="adj3" fmla="val 450"/>
          </a:avLst>
        </a:prstGeom>
        <a:noFill/>
        <a:ln w="12700" cap="rnd" cmpd="sng" algn="ctr">
          <a:solidFill>
            <a:schemeClr val="accent2">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58319267-C71E-43C9-94E1-827D0616C7A7}">
      <dsp:nvSpPr>
        <dsp:cNvPr id="0" name=""/>
        <dsp:cNvSpPr/>
      </dsp:nvSpPr>
      <dsp:spPr>
        <a:xfrm>
          <a:off x="404618" y="273995"/>
          <a:ext cx="6402340" cy="548276"/>
        </a:xfrm>
        <a:prstGeom prst="rect">
          <a:avLst/>
        </a:prstGeom>
        <a:gradFill rotWithShape="0">
          <a:gsLst>
            <a:gs pos="0">
              <a:schemeClr val="accent2">
                <a:hueOff val="0"/>
                <a:satOff val="0"/>
                <a:lumOff val="0"/>
                <a:alphaOff val="0"/>
                <a:tint val="98000"/>
                <a:lumMod val="110000"/>
              </a:schemeClr>
            </a:gs>
            <a:gs pos="84000">
              <a:schemeClr val="accent2">
                <a:hueOff val="0"/>
                <a:satOff val="0"/>
                <a:lumOff val="0"/>
                <a:alphaOff val="0"/>
                <a:shade val="90000"/>
                <a:lumMod val="88000"/>
              </a:schemeClr>
            </a:gs>
          </a:gsLst>
          <a:lin ang="5400000" scaled="0"/>
        </a:gradFill>
        <a:ln>
          <a:noFill/>
        </a:ln>
        <a:effectLst>
          <a:outerShdw blurRad="38100" dist="25400" dir="5400000" rotWithShape="0">
            <a:srgbClr val="000000">
              <a:alpha val="5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35194" tIns="40640" rIns="40640" bIns="40640" numCol="1" spcCol="1270" rtlCol="0" anchor="ctr" anchorCtr="0">
          <a:noAutofit/>
        </a:bodyPr>
        <a:lstStyle/>
        <a:p>
          <a:pPr marL="0" lvl="0" indent="0" algn="l" defTabSz="711200" rtl="0">
            <a:lnSpc>
              <a:spcPct val="100000"/>
            </a:lnSpc>
            <a:spcBef>
              <a:spcPct val="0"/>
            </a:spcBef>
            <a:spcAft>
              <a:spcPct val="35000"/>
            </a:spcAft>
            <a:buNone/>
          </a:pPr>
          <a:r>
            <a:rPr lang="es-MX" sz="1600" b="1" kern="1200" dirty="0"/>
            <a:t>SCLK (Serial </a:t>
          </a:r>
          <a:r>
            <a:rPr lang="es-MX" sz="1600" b="1" kern="1200" dirty="0" err="1"/>
            <a:t>Clock</a:t>
          </a:r>
          <a:r>
            <a:rPr lang="es-MX" sz="1600" b="1" kern="1200" dirty="0"/>
            <a:t>): Señal de reloj generada por el maestro</a:t>
          </a:r>
          <a:endParaRPr lang="es-ES" sz="1600" kern="1200" noProof="0" dirty="0"/>
        </a:p>
      </dsp:txBody>
      <dsp:txXfrm>
        <a:off x="404618" y="273995"/>
        <a:ext cx="6402340" cy="548276"/>
      </dsp:txXfrm>
    </dsp:sp>
    <dsp:sp modelId="{07CB3071-D555-47DA-A36A-69EB91531FD8}">
      <dsp:nvSpPr>
        <dsp:cNvPr id="0" name=""/>
        <dsp:cNvSpPr/>
      </dsp:nvSpPr>
      <dsp:spPr>
        <a:xfrm>
          <a:off x="61946" y="205461"/>
          <a:ext cx="685345" cy="685345"/>
        </a:xfrm>
        <a:prstGeom prst="ellipse">
          <a:avLst/>
        </a:prstGeom>
        <a:solidFill>
          <a:schemeClr val="lt1">
            <a:hueOff val="0"/>
            <a:satOff val="0"/>
            <a:lumOff val="0"/>
            <a:alphaOff val="0"/>
          </a:schemeClr>
        </a:solidFill>
        <a:ln w="12700" cap="rnd" cmpd="sng" algn="ctr">
          <a:solidFill>
            <a:schemeClr val="accent2">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95DE6538-27BD-44AF-A1A8-CA8F6B10FDD2}">
      <dsp:nvSpPr>
        <dsp:cNvPr id="0" name=""/>
        <dsp:cNvSpPr/>
      </dsp:nvSpPr>
      <dsp:spPr>
        <a:xfrm>
          <a:off x="718958" y="1096552"/>
          <a:ext cx="6088001" cy="548276"/>
        </a:xfrm>
        <a:prstGeom prst="rect">
          <a:avLst/>
        </a:prstGeom>
        <a:gradFill rotWithShape="0">
          <a:gsLst>
            <a:gs pos="0">
              <a:schemeClr val="accent2">
                <a:hueOff val="0"/>
                <a:satOff val="0"/>
                <a:lumOff val="0"/>
                <a:alphaOff val="0"/>
                <a:tint val="98000"/>
                <a:lumMod val="110000"/>
              </a:schemeClr>
            </a:gs>
            <a:gs pos="84000">
              <a:schemeClr val="accent2">
                <a:hueOff val="0"/>
                <a:satOff val="0"/>
                <a:lumOff val="0"/>
                <a:alphaOff val="0"/>
                <a:shade val="90000"/>
                <a:lumMod val="88000"/>
              </a:schemeClr>
            </a:gs>
          </a:gsLst>
          <a:lin ang="5400000" scaled="0"/>
        </a:gradFill>
        <a:ln>
          <a:noFill/>
        </a:ln>
        <a:effectLst>
          <a:outerShdw blurRad="38100" dist="25400" dir="5400000" rotWithShape="0">
            <a:srgbClr val="000000">
              <a:alpha val="5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35194" tIns="40640" rIns="40640" bIns="40640" numCol="1" spcCol="1270" rtlCol="0" anchor="ctr" anchorCtr="0">
          <a:noAutofit/>
        </a:bodyPr>
        <a:lstStyle/>
        <a:p>
          <a:pPr marL="0" lvl="0" indent="0" algn="l" defTabSz="711200" rtl="0">
            <a:lnSpc>
              <a:spcPct val="100000"/>
            </a:lnSpc>
            <a:spcBef>
              <a:spcPct val="0"/>
            </a:spcBef>
            <a:spcAft>
              <a:spcPct val="35000"/>
            </a:spcAft>
            <a:buNone/>
          </a:pPr>
          <a:r>
            <a:rPr lang="es-MX" sz="1600" kern="1200" noProof="0" dirty="0"/>
            <a:t>MOSI (Master </a:t>
          </a:r>
          <a:r>
            <a:rPr lang="es-MX" sz="1600" kern="1200" noProof="0" dirty="0" err="1"/>
            <a:t>Out</a:t>
          </a:r>
          <a:r>
            <a:rPr lang="es-MX" sz="1600" kern="1200" noProof="0" dirty="0"/>
            <a:t> Slave In): Datos enviados del maestro al esclavo.</a:t>
          </a:r>
          <a:endParaRPr lang="es-ES" sz="1600" kern="1200" noProof="0" dirty="0"/>
        </a:p>
      </dsp:txBody>
      <dsp:txXfrm>
        <a:off x="718958" y="1096552"/>
        <a:ext cx="6088001" cy="548276"/>
      </dsp:txXfrm>
    </dsp:sp>
    <dsp:sp modelId="{3F8116AC-FAC3-4E95-9865-93CCFEB191B9}">
      <dsp:nvSpPr>
        <dsp:cNvPr id="0" name=""/>
        <dsp:cNvSpPr/>
      </dsp:nvSpPr>
      <dsp:spPr>
        <a:xfrm>
          <a:off x="376285" y="1028017"/>
          <a:ext cx="685345" cy="685345"/>
        </a:xfrm>
        <a:prstGeom prst="ellipse">
          <a:avLst/>
        </a:prstGeom>
        <a:solidFill>
          <a:schemeClr val="lt1">
            <a:hueOff val="0"/>
            <a:satOff val="0"/>
            <a:lumOff val="0"/>
            <a:alphaOff val="0"/>
          </a:schemeClr>
        </a:solidFill>
        <a:ln w="12700" cap="rnd" cmpd="sng" algn="ctr">
          <a:solidFill>
            <a:schemeClr val="accent2">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E131CE4A-9776-44F4-BC03-867682E21374}">
      <dsp:nvSpPr>
        <dsp:cNvPr id="0" name=""/>
        <dsp:cNvSpPr/>
      </dsp:nvSpPr>
      <dsp:spPr>
        <a:xfrm>
          <a:off x="718958" y="1919109"/>
          <a:ext cx="6088001" cy="548276"/>
        </a:xfrm>
        <a:prstGeom prst="rect">
          <a:avLst/>
        </a:prstGeom>
        <a:gradFill rotWithShape="0">
          <a:gsLst>
            <a:gs pos="0">
              <a:schemeClr val="accent2">
                <a:hueOff val="0"/>
                <a:satOff val="0"/>
                <a:lumOff val="0"/>
                <a:alphaOff val="0"/>
                <a:tint val="98000"/>
                <a:lumMod val="110000"/>
              </a:schemeClr>
            </a:gs>
            <a:gs pos="84000">
              <a:schemeClr val="accent2">
                <a:hueOff val="0"/>
                <a:satOff val="0"/>
                <a:lumOff val="0"/>
                <a:alphaOff val="0"/>
                <a:shade val="90000"/>
                <a:lumMod val="88000"/>
              </a:schemeClr>
            </a:gs>
          </a:gsLst>
          <a:lin ang="5400000" scaled="0"/>
        </a:gradFill>
        <a:ln>
          <a:noFill/>
        </a:ln>
        <a:effectLst>
          <a:outerShdw blurRad="38100" dist="25400" dir="5400000" rotWithShape="0">
            <a:srgbClr val="000000">
              <a:alpha val="5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35194" tIns="40640" rIns="40640" bIns="40640" numCol="1" spcCol="1270" rtlCol="0" anchor="ctr" anchorCtr="0">
          <a:noAutofit/>
        </a:bodyPr>
        <a:lstStyle/>
        <a:p>
          <a:pPr marL="0" lvl="0" indent="0" algn="l" defTabSz="711200" rtl="0">
            <a:lnSpc>
              <a:spcPct val="100000"/>
            </a:lnSpc>
            <a:spcBef>
              <a:spcPct val="0"/>
            </a:spcBef>
            <a:spcAft>
              <a:spcPct val="35000"/>
            </a:spcAft>
            <a:buNone/>
          </a:pPr>
          <a:r>
            <a:rPr lang="es-MX" sz="1600" kern="1200" noProof="0" dirty="0"/>
            <a:t>MISO (Master In Slave </a:t>
          </a:r>
          <a:r>
            <a:rPr lang="es-MX" sz="1600" kern="1200" noProof="0" dirty="0" err="1"/>
            <a:t>Out</a:t>
          </a:r>
          <a:r>
            <a:rPr lang="es-MX" sz="1600" kern="1200" noProof="0" dirty="0"/>
            <a:t>): datos enviados del esclavo al maestro.</a:t>
          </a:r>
          <a:endParaRPr lang="es-ES" sz="1600" kern="1200" noProof="0" dirty="0"/>
        </a:p>
      </dsp:txBody>
      <dsp:txXfrm>
        <a:off x="718958" y="1919109"/>
        <a:ext cx="6088001" cy="548276"/>
      </dsp:txXfrm>
    </dsp:sp>
    <dsp:sp modelId="{A965097E-32F1-4AB8-8C4E-2814A7596B2F}">
      <dsp:nvSpPr>
        <dsp:cNvPr id="0" name=""/>
        <dsp:cNvSpPr/>
      </dsp:nvSpPr>
      <dsp:spPr>
        <a:xfrm>
          <a:off x="376285" y="1850574"/>
          <a:ext cx="685345" cy="685345"/>
        </a:xfrm>
        <a:prstGeom prst="ellipse">
          <a:avLst/>
        </a:prstGeom>
        <a:solidFill>
          <a:schemeClr val="lt1">
            <a:hueOff val="0"/>
            <a:satOff val="0"/>
            <a:lumOff val="0"/>
            <a:alphaOff val="0"/>
          </a:schemeClr>
        </a:solidFill>
        <a:ln w="12700" cap="rnd" cmpd="sng" algn="ctr">
          <a:solidFill>
            <a:schemeClr val="accent2">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D1F59B43-1EB2-40F6-8119-F3E6DA9C884A}">
      <dsp:nvSpPr>
        <dsp:cNvPr id="0" name=""/>
        <dsp:cNvSpPr/>
      </dsp:nvSpPr>
      <dsp:spPr>
        <a:xfrm>
          <a:off x="404618" y="2741666"/>
          <a:ext cx="6402340" cy="548276"/>
        </a:xfrm>
        <a:prstGeom prst="rect">
          <a:avLst/>
        </a:prstGeom>
        <a:gradFill rotWithShape="0">
          <a:gsLst>
            <a:gs pos="0">
              <a:schemeClr val="accent2">
                <a:hueOff val="0"/>
                <a:satOff val="0"/>
                <a:lumOff val="0"/>
                <a:alphaOff val="0"/>
                <a:tint val="98000"/>
                <a:lumMod val="110000"/>
              </a:schemeClr>
            </a:gs>
            <a:gs pos="84000">
              <a:schemeClr val="accent2">
                <a:hueOff val="0"/>
                <a:satOff val="0"/>
                <a:lumOff val="0"/>
                <a:alphaOff val="0"/>
                <a:shade val="90000"/>
                <a:lumMod val="88000"/>
              </a:schemeClr>
            </a:gs>
          </a:gsLst>
          <a:lin ang="5400000" scaled="0"/>
        </a:gradFill>
        <a:ln>
          <a:noFill/>
        </a:ln>
        <a:effectLst>
          <a:outerShdw blurRad="38100" dist="25400" dir="5400000" rotWithShape="0">
            <a:srgbClr val="000000">
              <a:alpha val="5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35194" tIns="40640" rIns="40640" bIns="40640" numCol="1" spcCol="1270" rtlCol="0" anchor="ctr" anchorCtr="0">
          <a:noAutofit/>
        </a:bodyPr>
        <a:lstStyle/>
        <a:p>
          <a:pPr marL="0" lvl="0" indent="0" algn="l" defTabSz="711200" rtl="0">
            <a:lnSpc>
              <a:spcPct val="100000"/>
            </a:lnSpc>
            <a:spcBef>
              <a:spcPct val="0"/>
            </a:spcBef>
            <a:spcAft>
              <a:spcPct val="35000"/>
            </a:spcAft>
            <a:buNone/>
          </a:pPr>
          <a:r>
            <a:rPr lang="es-MX" sz="1600" kern="1200" noProof="0" dirty="0"/>
            <a:t>SS (Slave </a:t>
          </a:r>
          <a:r>
            <a:rPr lang="es-MX" sz="1600" kern="1200" noProof="0" dirty="0" err="1"/>
            <a:t>Select</a:t>
          </a:r>
          <a:r>
            <a:rPr lang="es-MX" sz="1600" kern="1200" noProof="0" dirty="0"/>
            <a:t>): línea que selecciona el dispositivo esclavo.</a:t>
          </a:r>
          <a:endParaRPr lang="es-ES" sz="1600" kern="1200" noProof="0" dirty="0"/>
        </a:p>
      </dsp:txBody>
      <dsp:txXfrm>
        <a:off x="404618" y="2741666"/>
        <a:ext cx="6402340" cy="548276"/>
      </dsp:txXfrm>
    </dsp:sp>
    <dsp:sp modelId="{A89D1C0D-E306-4D32-B269-01ED994E565C}">
      <dsp:nvSpPr>
        <dsp:cNvPr id="0" name=""/>
        <dsp:cNvSpPr/>
      </dsp:nvSpPr>
      <dsp:spPr>
        <a:xfrm>
          <a:off x="61946" y="2673131"/>
          <a:ext cx="685345" cy="685345"/>
        </a:xfrm>
        <a:prstGeom prst="ellipse">
          <a:avLst/>
        </a:prstGeom>
        <a:solidFill>
          <a:schemeClr val="lt1">
            <a:hueOff val="0"/>
            <a:satOff val="0"/>
            <a:lumOff val="0"/>
            <a:alphaOff val="0"/>
          </a:schemeClr>
        </a:solidFill>
        <a:ln w="12700" cap="rnd" cmpd="sng" algn="ctr">
          <a:solidFill>
            <a:schemeClr val="accent2">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18/2/layout/IconLabelList">
  <dgm:title val="Icono de lista de etiquetas"/>
  <dgm:desc val="Se usa para mostrar fragmentos no secuenciales o agrupados de información acompañados de elementos visuales relacionados. Funciona mejor con iconos o imágenes pequeñas con leyendas de texto breve."/>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2.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3.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FF81CEA5-62FD-4C83-BDE3-91DFB9827D8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s-ES"/>
          </a:p>
        </p:txBody>
      </p:sp>
      <p:sp>
        <p:nvSpPr>
          <p:cNvPr id="3" name="Marcador de fecha 2">
            <a:extLst>
              <a:ext uri="{FF2B5EF4-FFF2-40B4-BE49-F238E27FC236}">
                <a16:creationId xmlns:a16="http://schemas.microsoft.com/office/drawing/2014/main" id="{3FA1CBFD-6AD0-48C4-B91B-58830F6F4C3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C62B80FE-187A-4085-BD71-F0873FF7BD68}" type="datetime1">
              <a:rPr lang="es-ES" smtClean="0"/>
              <a:t>16/03/2026</a:t>
            </a:fld>
            <a:endParaRPr lang="es-ES"/>
          </a:p>
        </p:txBody>
      </p:sp>
      <p:sp>
        <p:nvSpPr>
          <p:cNvPr id="4" name="Marcador de pie de página 3">
            <a:extLst>
              <a:ext uri="{FF2B5EF4-FFF2-40B4-BE49-F238E27FC236}">
                <a16:creationId xmlns:a16="http://schemas.microsoft.com/office/drawing/2014/main" id="{A9E55D22-46A3-4B8C-AD40-252FE7896C3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s-ES"/>
          </a:p>
        </p:txBody>
      </p:sp>
      <p:sp>
        <p:nvSpPr>
          <p:cNvPr id="5" name="Marcador de número de diapositiva 4">
            <a:extLst>
              <a:ext uri="{FF2B5EF4-FFF2-40B4-BE49-F238E27FC236}">
                <a16:creationId xmlns:a16="http://schemas.microsoft.com/office/drawing/2014/main" id="{8E70DCEF-9071-4B17-801B-37B4465C8E1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8D90168E-626C-4E60-93C0-A00D25609468}" type="slidenum">
              <a:rPr lang="es-ES" smtClean="0"/>
              <a:t>‹Nº›</a:t>
            </a:fld>
            <a:endParaRPr lang="es-ES"/>
          </a:p>
        </p:txBody>
      </p:sp>
    </p:spTree>
    <p:extLst>
      <p:ext uri="{BB962C8B-B14F-4D97-AF65-F5344CB8AC3E}">
        <p14:creationId xmlns:p14="http://schemas.microsoft.com/office/powerpoint/2010/main" val="374934770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s-ES" noProof="0"/>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rtl="0"/>
            <a:fld id="{6D59A2BD-4571-4110-BB3E-5D004DE434FA}" type="datetime1">
              <a:rPr lang="es-ES" noProof="0" smtClean="0"/>
              <a:t>16/03/2026</a:t>
            </a:fld>
            <a:endParaRPr lang="es-ES" noProof="0"/>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es-ES" noProof="0"/>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s-ES" noProof="0"/>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C6B3AB32-59DF-41F1-9618-EDFBF5049629}" type="slidenum">
              <a:rPr lang="es-ES" noProof="0" smtClean="0"/>
              <a:t>‹Nº›</a:t>
            </a:fld>
            <a:endParaRPr lang="es-ES" noProof="0"/>
          </a:p>
        </p:txBody>
      </p:sp>
    </p:spTree>
    <p:extLst>
      <p:ext uri="{BB962C8B-B14F-4D97-AF65-F5344CB8AC3E}">
        <p14:creationId xmlns:p14="http://schemas.microsoft.com/office/powerpoint/2010/main" val="3661805647"/>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rtlCol="0"/>
          <a:lstStyle/>
          <a:p>
            <a:pPr rtl="0"/>
            <a:endParaRPr lang="es-ES"/>
          </a:p>
        </p:txBody>
      </p:sp>
      <p:sp>
        <p:nvSpPr>
          <p:cNvPr id="4" name="Marcador de número de diapositiva 3"/>
          <p:cNvSpPr>
            <a:spLocks noGrp="1"/>
          </p:cNvSpPr>
          <p:nvPr>
            <p:ph type="sldNum" sz="quarter" idx="5"/>
          </p:nvPr>
        </p:nvSpPr>
        <p:spPr/>
        <p:txBody>
          <a:bodyPr rtlCol="0"/>
          <a:lstStyle/>
          <a:p>
            <a:pPr rtl="0"/>
            <a:fld id="{C6B3AB32-59DF-41F1-9618-EDFBF5049629}" type="slidenum">
              <a:rPr lang="es-ES" smtClean="0"/>
              <a:t>1</a:t>
            </a:fld>
            <a:endParaRPr lang="es-ES"/>
          </a:p>
        </p:txBody>
      </p:sp>
    </p:spTree>
    <p:extLst>
      <p:ext uri="{BB962C8B-B14F-4D97-AF65-F5344CB8AC3E}">
        <p14:creationId xmlns:p14="http://schemas.microsoft.com/office/powerpoint/2010/main" val="13900470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rtlCol="0"/>
          <a:lstStyle/>
          <a:p>
            <a:pPr rtl="0"/>
            <a:endParaRPr lang="es-ES"/>
          </a:p>
        </p:txBody>
      </p:sp>
      <p:sp>
        <p:nvSpPr>
          <p:cNvPr id="4" name="Marcador de número de diapositiva 3"/>
          <p:cNvSpPr>
            <a:spLocks noGrp="1"/>
          </p:cNvSpPr>
          <p:nvPr>
            <p:ph type="sldNum" sz="quarter" idx="5"/>
          </p:nvPr>
        </p:nvSpPr>
        <p:spPr/>
        <p:txBody>
          <a:bodyPr rtlCol="0"/>
          <a:lstStyle/>
          <a:p>
            <a:pPr rtl="0"/>
            <a:fld id="{C6B3AB32-59DF-41F1-9618-EDFBF5049629}" type="slidenum">
              <a:rPr lang="es-ES" smtClean="0"/>
              <a:t>2</a:t>
            </a:fld>
            <a:endParaRPr lang="es-ES"/>
          </a:p>
        </p:txBody>
      </p:sp>
    </p:spTree>
    <p:extLst>
      <p:ext uri="{BB962C8B-B14F-4D97-AF65-F5344CB8AC3E}">
        <p14:creationId xmlns:p14="http://schemas.microsoft.com/office/powerpoint/2010/main" val="4319275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pPr rtl="0"/>
            <a:fld id="{C6B3AB32-59DF-41F1-9618-EDFBF5049629}" type="slidenum">
              <a:rPr lang="es-ES" smtClean="0"/>
              <a:t>3</a:t>
            </a:fld>
            <a:endParaRPr lang="es-ES"/>
          </a:p>
        </p:txBody>
      </p:sp>
    </p:spTree>
    <p:extLst>
      <p:ext uri="{BB962C8B-B14F-4D97-AF65-F5344CB8AC3E}">
        <p14:creationId xmlns:p14="http://schemas.microsoft.com/office/powerpoint/2010/main" val="10345740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pPr rtl="0"/>
            <a:fld id="{C6B3AB32-59DF-41F1-9618-EDFBF5049629}" type="slidenum">
              <a:rPr lang="es-ES" smtClean="0"/>
              <a:t>4</a:t>
            </a:fld>
            <a:endParaRPr lang="es-ES"/>
          </a:p>
        </p:txBody>
      </p:sp>
    </p:spTree>
    <p:extLst>
      <p:ext uri="{BB962C8B-B14F-4D97-AF65-F5344CB8AC3E}">
        <p14:creationId xmlns:p14="http://schemas.microsoft.com/office/powerpoint/2010/main" val="408296639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rtlCol="0"/>
          <a:lstStyle/>
          <a:p>
            <a:pPr rtl="0"/>
            <a:endParaRPr lang="es-ES"/>
          </a:p>
        </p:txBody>
      </p:sp>
      <p:sp>
        <p:nvSpPr>
          <p:cNvPr id="4" name="Marcador de número de diapositiva 3"/>
          <p:cNvSpPr>
            <a:spLocks noGrp="1"/>
          </p:cNvSpPr>
          <p:nvPr>
            <p:ph type="sldNum" sz="quarter" idx="5"/>
          </p:nvPr>
        </p:nvSpPr>
        <p:spPr/>
        <p:txBody>
          <a:bodyPr rtlCol="0"/>
          <a:lstStyle/>
          <a:p>
            <a:pPr rtl="0"/>
            <a:fld id="{C6B3AB32-59DF-41F1-9618-EDFBF5049629}" type="slidenum">
              <a:rPr lang="es-ES" smtClean="0"/>
              <a:t>5</a:t>
            </a:fld>
            <a:endParaRPr lang="es-ES"/>
          </a:p>
        </p:txBody>
      </p:sp>
    </p:spTree>
    <p:extLst>
      <p:ext uri="{BB962C8B-B14F-4D97-AF65-F5344CB8AC3E}">
        <p14:creationId xmlns:p14="http://schemas.microsoft.com/office/powerpoint/2010/main" val="35051155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rtlCol="0"/>
          <a:lstStyle/>
          <a:p>
            <a:pPr rtl="0"/>
            <a:endParaRPr lang="es-ES"/>
          </a:p>
        </p:txBody>
      </p:sp>
      <p:sp>
        <p:nvSpPr>
          <p:cNvPr id="4" name="Marcador de número de diapositiva 3"/>
          <p:cNvSpPr>
            <a:spLocks noGrp="1"/>
          </p:cNvSpPr>
          <p:nvPr>
            <p:ph type="sldNum" sz="quarter" idx="5"/>
          </p:nvPr>
        </p:nvSpPr>
        <p:spPr/>
        <p:txBody>
          <a:bodyPr rtlCol="0"/>
          <a:lstStyle/>
          <a:p>
            <a:pPr rtl="0"/>
            <a:fld id="{C6B3AB32-59DF-41F1-9618-EDFBF5049629}" type="slidenum">
              <a:rPr lang="es-ES" smtClean="0"/>
              <a:t>6</a:t>
            </a:fld>
            <a:endParaRPr lang="es-ES"/>
          </a:p>
        </p:txBody>
      </p:sp>
    </p:spTree>
    <p:extLst>
      <p:ext uri="{BB962C8B-B14F-4D97-AF65-F5344CB8AC3E}">
        <p14:creationId xmlns:p14="http://schemas.microsoft.com/office/powerpoint/2010/main" val="33990376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rtlCol="0"/>
          <a:lstStyle/>
          <a:p>
            <a:pPr rtl="0"/>
            <a:endParaRPr lang="es-ES"/>
          </a:p>
        </p:txBody>
      </p:sp>
      <p:sp>
        <p:nvSpPr>
          <p:cNvPr id="4" name="Marcador de número de diapositiva 3"/>
          <p:cNvSpPr>
            <a:spLocks noGrp="1"/>
          </p:cNvSpPr>
          <p:nvPr>
            <p:ph type="sldNum" sz="quarter" idx="5"/>
          </p:nvPr>
        </p:nvSpPr>
        <p:spPr/>
        <p:txBody>
          <a:bodyPr rtlCol="0"/>
          <a:lstStyle/>
          <a:p>
            <a:pPr rtl="0"/>
            <a:fld id="{C6B3AB32-59DF-41F1-9618-EDFBF5049629}" type="slidenum">
              <a:rPr lang="es-ES" smtClean="0"/>
              <a:t>7</a:t>
            </a:fld>
            <a:endParaRPr lang="es-ES"/>
          </a:p>
        </p:txBody>
      </p:sp>
    </p:spTree>
    <p:extLst>
      <p:ext uri="{BB962C8B-B14F-4D97-AF65-F5344CB8AC3E}">
        <p14:creationId xmlns:p14="http://schemas.microsoft.com/office/powerpoint/2010/main" val="163063043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rtlCol="0"/>
          <a:lstStyle/>
          <a:p>
            <a:pPr rtl="0"/>
            <a:endParaRPr lang="es-ES"/>
          </a:p>
        </p:txBody>
      </p:sp>
      <p:sp>
        <p:nvSpPr>
          <p:cNvPr id="4" name="Marcador de número de diapositiva 3"/>
          <p:cNvSpPr>
            <a:spLocks noGrp="1"/>
          </p:cNvSpPr>
          <p:nvPr>
            <p:ph type="sldNum" sz="quarter" idx="5"/>
          </p:nvPr>
        </p:nvSpPr>
        <p:spPr/>
        <p:txBody>
          <a:bodyPr rtlCol="0"/>
          <a:lstStyle/>
          <a:p>
            <a:pPr rtl="0"/>
            <a:fld id="{C6B3AB32-59DF-41F1-9618-EDFBF5049629}" type="slidenum">
              <a:rPr lang="es-ES" smtClean="0"/>
              <a:t>8</a:t>
            </a:fld>
            <a:endParaRPr lang="es-ES"/>
          </a:p>
        </p:txBody>
      </p:sp>
    </p:spTree>
    <p:extLst>
      <p:ext uri="{BB962C8B-B14F-4D97-AF65-F5344CB8AC3E}">
        <p14:creationId xmlns:p14="http://schemas.microsoft.com/office/powerpoint/2010/main" val="10467141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pPr rtl="0"/>
            <a:fld id="{C6B3AB32-59DF-41F1-9618-EDFBF5049629}" type="slidenum">
              <a:rPr lang="es-ES" smtClean="0"/>
              <a:t>9</a:t>
            </a:fld>
            <a:endParaRPr lang="es-ES"/>
          </a:p>
        </p:txBody>
      </p:sp>
    </p:spTree>
    <p:extLst>
      <p:ext uri="{BB962C8B-B14F-4D97-AF65-F5344CB8AC3E}">
        <p14:creationId xmlns:p14="http://schemas.microsoft.com/office/powerpoint/2010/main" val="143888007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pPr rtl="0"/>
            <a:fld id="{C6B3AB32-59DF-41F1-9618-EDFBF5049629}" type="slidenum">
              <a:rPr lang="es-ES" smtClean="0"/>
              <a:t>10</a:t>
            </a:fld>
            <a:endParaRPr lang="es-ES"/>
          </a:p>
        </p:txBody>
      </p:sp>
    </p:spTree>
    <p:extLst>
      <p:ext uri="{BB962C8B-B14F-4D97-AF65-F5344CB8AC3E}">
        <p14:creationId xmlns:p14="http://schemas.microsoft.com/office/powerpoint/2010/main" val="69553504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pPr rtl="0"/>
            <a:fld id="{C6B3AB32-59DF-41F1-9618-EDFBF5049629}" type="slidenum">
              <a:rPr lang="es-ES" smtClean="0"/>
              <a:t>11</a:t>
            </a:fld>
            <a:endParaRPr lang="es-ES"/>
          </a:p>
        </p:txBody>
      </p:sp>
    </p:spTree>
    <p:extLst>
      <p:ext uri="{BB962C8B-B14F-4D97-AF65-F5344CB8AC3E}">
        <p14:creationId xmlns:p14="http://schemas.microsoft.com/office/powerpoint/2010/main" val="338803253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pPr rtl="0"/>
            <a:fld id="{C6B3AB32-59DF-41F1-9618-EDFBF5049629}" type="slidenum">
              <a:rPr lang="es-ES" smtClean="0"/>
              <a:t>12</a:t>
            </a:fld>
            <a:endParaRPr lang="es-ES"/>
          </a:p>
        </p:txBody>
      </p:sp>
    </p:spTree>
    <p:extLst>
      <p:ext uri="{BB962C8B-B14F-4D97-AF65-F5344CB8AC3E}">
        <p14:creationId xmlns:p14="http://schemas.microsoft.com/office/powerpoint/2010/main" val="39494637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rtlCol="0"/>
          <a:lstStyle/>
          <a:p>
            <a:pPr rtl="0"/>
            <a:endParaRPr lang="es-ES"/>
          </a:p>
        </p:txBody>
      </p:sp>
      <p:sp>
        <p:nvSpPr>
          <p:cNvPr id="4" name="Marcador de número de diapositiva 3"/>
          <p:cNvSpPr>
            <a:spLocks noGrp="1"/>
          </p:cNvSpPr>
          <p:nvPr>
            <p:ph type="sldNum" sz="quarter" idx="5"/>
          </p:nvPr>
        </p:nvSpPr>
        <p:spPr/>
        <p:txBody>
          <a:bodyPr rtlCol="0"/>
          <a:lstStyle/>
          <a:p>
            <a:pPr rtl="0"/>
            <a:fld id="{C6B3AB32-59DF-41F1-9618-EDFBF5049629}" type="slidenum">
              <a:rPr lang="es-ES" smtClean="0"/>
              <a:t>13</a:t>
            </a:fld>
            <a:endParaRPr lang="es-ES"/>
          </a:p>
        </p:txBody>
      </p:sp>
    </p:spTree>
    <p:extLst>
      <p:ext uri="{BB962C8B-B14F-4D97-AF65-F5344CB8AC3E}">
        <p14:creationId xmlns:p14="http://schemas.microsoft.com/office/powerpoint/2010/main" val="326959971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pPr rtl="0"/>
            <a:fld id="{C6B3AB32-59DF-41F1-9618-EDFBF5049629}" type="slidenum">
              <a:rPr lang="es-ES" smtClean="0"/>
              <a:t>14</a:t>
            </a:fld>
            <a:endParaRPr lang="es-ES"/>
          </a:p>
        </p:txBody>
      </p:sp>
    </p:spTree>
    <p:extLst>
      <p:ext uri="{BB962C8B-B14F-4D97-AF65-F5344CB8AC3E}">
        <p14:creationId xmlns:p14="http://schemas.microsoft.com/office/powerpoint/2010/main" val="330806835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pPr rtl="0"/>
            <a:fld id="{C6B3AB32-59DF-41F1-9618-EDFBF5049629}" type="slidenum">
              <a:rPr lang="es-ES" smtClean="0"/>
              <a:t>15</a:t>
            </a:fld>
            <a:endParaRPr lang="es-ES"/>
          </a:p>
        </p:txBody>
      </p:sp>
    </p:spTree>
    <p:extLst>
      <p:ext uri="{BB962C8B-B14F-4D97-AF65-F5344CB8AC3E}">
        <p14:creationId xmlns:p14="http://schemas.microsoft.com/office/powerpoint/2010/main" val="351489932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rtlCol="0"/>
          <a:lstStyle/>
          <a:p>
            <a:pPr rtl="0"/>
            <a:endParaRPr lang="es-ES"/>
          </a:p>
        </p:txBody>
      </p:sp>
      <p:sp>
        <p:nvSpPr>
          <p:cNvPr id="4" name="Marcador de número de diapositiva 3"/>
          <p:cNvSpPr>
            <a:spLocks noGrp="1"/>
          </p:cNvSpPr>
          <p:nvPr>
            <p:ph type="sldNum" sz="quarter" idx="5"/>
          </p:nvPr>
        </p:nvSpPr>
        <p:spPr/>
        <p:txBody>
          <a:bodyPr rtlCol="0"/>
          <a:lstStyle/>
          <a:p>
            <a:pPr rtl="0"/>
            <a:fld id="{C6B3AB32-59DF-41F1-9618-EDFBF5049629}" type="slidenum">
              <a:rPr lang="es-ES" smtClean="0"/>
              <a:t>16</a:t>
            </a:fld>
            <a:endParaRPr lang="es-ES"/>
          </a:p>
        </p:txBody>
      </p:sp>
    </p:spTree>
    <p:extLst>
      <p:ext uri="{BB962C8B-B14F-4D97-AF65-F5344CB8AC3E}">
        <p14:creationId xmlns:p14="http://schemas.microsoft.com/office/powerpoint/2010/main" val="151257522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rtlCol="0"/>
          <a:lstStyle/>
          <a:p>
            <a:pPr rtl="0"/>
            <a:endParaRPr lang="es-ES"/>
          </a:p>
        </p:txBody>
      </p:sp>
      <p:sp>
        <p:nvSpPr>
          <p:cNvPr id="4" name="Marcador de número de diapositiva 3"/>
          <p:cNvSpPr>
            <a:spLocks noGrp="1"/>
          </p:cNvSpPr>
          <p:nvPr>
            <p:ph type="sldNum" sz="quarter" idx="5"/>
          </p:nvPr>
        </p:nvSpPr>
        <p:spPr/>
        <p:txBody>
          <a:bodyPr rtlCol="0"/>
          <a:lstStyle/>
          <a:p>
            <a:pPr rtl="0"/>
            <a:fld id="{C6B3AB32-59DF-41F1-9618-EDFBF5049629}" type="slidenum">
              <a:rPr lang="es-ES" smtClean="0"/>
              <a:t>17</a:t>
            </a:fld>
            <a:endParaRPr lang="es-ES"/>
          </a:p>
        </p:txBody>
      </p:sp>
    </p:spTree>
    <p:extLst>
      <p:ext uri="{BB962C8B-B14F-4D97-AF65-F5344CB8AC3E}">
        <p14:creationId xmlns:p14="http://schemas.microsoft.com/office/powerpoint/2010/main" val="16529072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7" name="Rectángulo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ítulo 1"/>
          <p:cNvSpPr>
            <a:spLocks noGrp="1"/>
          </p:cNvSpPr>
          <p:nvPr>
            <p:ph type="ctrTitle"/>
          </p:nvPr>
        </p:nvSpPr>
        <p:spPr>
          <a:xfrm>
            <a:off x="581191" y="1020431"/>
            <a:ext cx="10993549" cy="1475013"/>
          </a:xfrm>
          <a:effectLst/>
        </p:spPr>
        <p:txBody>
          <a:bodyPr rtlCol="0" anchor="b">
            <a:normAutofit/>
          </a:bodyPr>
          <a:lstStyle>
            <a:lvl1pPr>
              <a:defRPr sz="3600">
                <a:solidFill>
                  <a:schemeClr val="accent1"/>
                </a:solidFill>
              </a:defRPr>
            </a:lvl1pPr>
          </a:lstStyle>
          <a:p>
            <a:pPr rtl="0"/>
            <a:r>
              <a:rPr lang="es-ES" noProof="0"/>
              <a:t>Haga clic para modificar el estilo de título del patrón</a:t>
            </a:r>
          </a:p>
        </p:txBody>
      </p:sp>
      <p:sp>
        <p:nvSpPr>
          <p:cNvPr id="3" name="Subtítulo 2"/>
          <p:cNvSpPr>
            <a:spLocks noGrp="1"/>
          </p:cNvSpPr>
          <p:nvPr>
            <p:ph type="subTitle" idx="1" hasCustomPrompt="1"/>
          </p:nvPr>
        </p:nvSpPr>
        <p:spPr>
          <a:xfrm>
            <a:off x="581194" y="2495445"/>
            <a:ext cx="10993546" cy="590321"/>
          </a:xfrm>
        </p:spPr>
        <p:txBody>
          <a:bodyPr rtlCol="0"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rtl="0"/>
            <a:r>
              <a:rPr lang="es-ES" noProof="0"/>
              <a:t>Haga clic para editar el estilo de subtítulo del patrón</a:t>
            </a:r>
          </a:p>
        </p:txBody>
      </p:sp>
      <p:sp>
        <p:nvSpPr>
          <p:cNvPr id="4" name="Marcador de fecha 3"/>
          <p:cNvSpPr>
            <a:spLocks noGrp="1"/>
          </p:cNvSpPr>
          <p:nvPr>
            <p:ph type="dt" sz="half" idx="10"/>
          </p:nvPr>
        </p:nvSpPr>
        <p:spPr>
          <a:xfrm>
            <a:off x="7605951" y="5956137"/>
            <a:ext cx="2844800" cy="365125"/>
          </a:xfrm>
        </p:spPr>
        <p:txBody>
          <a:bodyPr rtlCol="0"/>
          <a:lstStyle>
            <a:lvl1pPr>
              <a:defRPr>
                <a:solidFill>
                  <a:schemeClr val="accent1">
                    <a:lumMod val="75000"/>
                    <a:lumOff val="25000"/>
                  </a:schemeClr>
                </a:solidFill>
              </a:defRPr>
            </a:lvl1pPr>
          </a:lstStyle>
          <a:p>
            <a:pPr rtl="0"/>
            <a:fld id="{F409C0D2-15DE-4FAC-845B-C48979FFAEB9}" type="datetime1">
              <a:rPr lang="es-ES" noProof="0" smtClean="0"/>
              <a:t>16/03/2026</a:t>
            </a:fld>
            <a:endParaRPr lang="es-ES" noProof="0"/>
          </a:p>
        </p:txBody>
      </p:sp>
      <p:sp>
        <p:nvSpPr>
          <p:cNvPr id="5" name="Marcador de pie de página 4"/>
          <p:cNvSpPr>
            <a:spLocks noGrp="1"/>
          </p:cNvSpPr>
          <p:nvPr>
            <p:ph type="ftr" sz="quarter" idx="11"/>
          </p:nvPr>
        </p:nvSpPr>
        <p:spPr>
          <a:xfrm>
            <a:off x="581192" y="5951811"/>
            <a:ext cx="6917210" cy="365125"/>
          </a:xfrm>
        </p:spPr>
        <p:txBody>
          <a:bodyPr rtlCol="0"/>
          <a:lstStyle>
            <a:lvl1pPr>
              <a:defRPr>
                <a:solidFill>
                  <a:schemeClr val="accent1">
                    <a:lumMod val="75000"/>
                    <a:lumOff val="25000"/>
                  </a:schemeClr>
                </a:solidFill>
              </a:defRPr>
            </a:lvl1pPr>
          </a:lstStyle>
          <a:p>
            <a:pPr rtl="0"/>
            <a:endParaRPr lang="es-ES" noProof="0"/>
          </a:p>
        </p:txBody>
      </p:sp>
      <p:sp>
        <p:nvSpPr>
          <p:cNvPr id="6" name="Marcador de número de diapositiva 5"/>
          <p:cNvSpPr>
            <a:spLocks noGrp="1"/>
          </p:cNvSpPr>
          <p:nvPr>
            <p:ph type="sldNum" sz="quarter" idx="12"/>
          </p:nvPr>
        </p:nvSpPr>
        <p:spPr>
          <a:xfrm>
            <a:off x="10558300" y="5956137"/>
            <a:ext cx="1016440" cy="365125"/>
          </a:xfrm>
        </p:spPr>
        <p:txBody>
          <a:bodyPr rtlCol="0"/>
          <a:lstStyle>
            <a:lvl1pPr>
              <a:defRPr>
                <a:solidFill>
                  <a:schemeClr val="accent1">
                    <a:lumMod val="75000"/>
                    <a:lumOff val="25000"/>
                  </a:schemeClr>
                </a:solidFill>
              </a:defRPr>
            </a:lvl1pPr>
          </a:lstStyle>
          <a:p>
            <a:pPr rtl="0"/>
            <a:fld id="{D57F1E4F-1CFF-5643-939E-217C01CDF565}" type="slidenum">
              <a:rPr lang="es-ES" noProof="0" smtClean="0"/>
              <a:pPr rtl="0"/>
              <a:t>‹Nº›</a:t>
            </a:fld>
            <a:endParaRPr lang="es-ES" noProof="0"/>
          </a:p>
        </p:txBody>
      </p:sp>
    </p:spTree>
    <p:extLst>
      <p:ext uri="{BB962C8B-B14F-4D97-AF65-F5344CB8AC3E}">
        <p14:creationId xmlns:p14="http://schemas.microsoft.com/office/powerpoint/2010/main" val="21030186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contenido">
    <p:spTree>
      <p:nvGrpSpPr>
        <p:cNvPr id="1" name=""/>
        <p:cNvGrpSpPr/>
        <p:nvPr/>
      </p:nvGrpSpPr>
      <p:grpSpPr>
        <a:xfrm>
          <a:off x="0" y="0"/>
          <a:ext cx="0" cy="0"/>
          <a:chOff x="0" y="0"/>
          <a:chExt cx="0" cy="0"/>
        </a:xfrm>
      </p:grpSpPr>
      <p:sp>
        <p:nvSpPr>
          <p:cNvPr id="7" name="Rectángulo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ítulo 1"/>
          <p:cNvSpPr>
            <a:spLocks noGrp="1"/>
          </p:cNvSpPr>
          <p:nvPr>
            <p:ph type="title"/>
          </p:nvPr>
        </p:nvSpPr>
        <p:spPr>
          <a:xfrm>
            <a:off x="581192" y="702156"/>
            <a:ext cx="11029616" cy="1013800"/>
          </a:xfrm>
        </p:spPr>
        <p:txBody>
          <a:bodyPr rtlCol="0"/>
          <a:lstStyle/>
          <a:p>
            <a:pPr rtl="0"/>
            <a:r>
              <a:rPr lang="es-ES" noProof="0"/>
              <a:t>Haga clic para modificar el estilo de título del patrón</a:t>
            </a:r>
          </a:p>
        </p:txBody>
      </p:sp>
      <p:sp>
        <p:nvSpPr>
          <p:cNvPr id="3" name="Marcador de contenido 2"/>
          <p:cNvSpPr>
            <a:spLocks noGrp="1"/>
          </p:cNvSpPr>
          <p:nvPr>
            <p:ph idx="1" hasCustomPrompt="1"/>
          </p:nvPr>
        </p:nvSpPr>
        <p:spPr>
          <a:xfrm>
            <a:off x="581192" y="2180496"/>
            <a:ext cx="11029615" cy="3678303"/>
          </a:xfrm>
        </p:spPr>
        <p:txBody>
          <a:bodyPr rtlCol="0"/>
          <a:lstStyle/>
          <a:p>
            <a:pPr lvl="0" rtl="0"/>
            <a:r>
              <a:rPr lang="es-ES" noProof="0"/>
              <a:t>Editar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4" name="Marcador de fecha 3"/>
          <p:cNvSpPr>
            <a:spLocks noGrp="1"/>
          </p:cNvSpPr>
          <p:nvPr>
            <p:ph type="dt" sz="half" idx="10"/>
          </p:nvPr>
        </p:nvSpPr>
        <p:spPr/>
        <p:txBody>
          <a:bodyPr rtlCol="0"/>
          <a:lstStyle/>
          <a:p>
            <a:pPr rtl="0"/>
            <a:fld id="{57670FF6-52DC-429F-9C56-6A1BF295232E}" type="datetime1">
              <a:rPr lang="es-ES" noProof="0" smtClean="0"/>
              <a:t>16/03/2026</a:t>
            </a:fld>
            <a:endParaRPr lang="es-ES" noProof="0"/>
          </a:p>
        </p:txBody>
      </p:sp>
      <p:sp>
        <p:nvSpPr>
          <p:cNvPr id="5" name="Marcador de pie de página 4"/>
          <p:cNvSpPr>
            <a:spLocks noGrp="1"/>
          </p:cNvSpPr>
          <p:nvPr>
            <p:ph type="ftr" sz="quarter" idx="11"/>
          </p:nvPr>
        </p:nvSpPr>
        <p:spPr/>
        <p:txBody>
          <a:bodyPr rtlCol="0"/>
          <a:lstStyle/>
          <a:p>
            <a:pPr rtl="0"/>
            <a:endParaRPr lang="es-ES" noProof="0"/>
          </a:p>
        </p:txBody>
      </p:sp>
      <p:sp>
        <p:nvSpPr>
          <p:cNvPr id="6" name="Marcador de número de diapositiva 5"/>
          <p:cNvSpPr>
            <a:spLocks noGrp="1"/>
          </p:cNvSpPr>
          <p:nvPr>
            <p:ph type="sldNum" sz="quarter" idx="12"/>
          </p:nvPr>
        </p:nvSpPr>
        <p:spPr>
          <a:xfrm>
            <a:off x="10558300" y="5956137"/>
            <a:ext cx="1052508" cy="365125"/>
          </a:xfrm>
        </p:spPr>
        <p:txBody>
          <a:bodyPr rtlCol="0"/>
          <a:lstStyle/>
          <a:p>
            <a:pPr rtl="0"/>
            <a:fld id="{D57F1E4F-1CFF-5643-939E-217C01CDF565}" type="slidenum">
              <a:rPr lang="es-ES" noProof="0" smtClean="0"/>
              <a:pPr rtl="0"/>
              <a:t>‹Nº›</a:t>
            </a:fld>
            <a:endParaRPr lang="es-ES" noProof="0"/>
          </a:p>
        </p:txBody>
      </p:sp>
    </p:spTree>
    <p:extLst>
      <p:ext uri="{BB962C8B-B14F-4D97-AF65-F5344CB8AC3E}">
        <p14:creationId xmlns:p14="http://schemas.microsoft.com/office/powerpoint/2010/main" val="27399816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8" name="Rectángulo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ítulo 1"/>
          <p:cNvSpPr>
            <a:spLocks noGrp="1"/>
          </p:cNvSpPr>
          <p:nvPr>
            <p:ph type="title"/>
          </p:nvPr>
        </p:nvSpPr>
        <p:spPr>
          <a:xfrm>
            <a:off x="581193" y="3043910"/>
            <a:ext cx="11029615" cy="1497507"/>
          </a:xfrm>
        </p:spPr>
        <p:txBody>
          <a:bodyPr rtlCol="0" anchor="b">
            <a:normAutofit/>
          </a:bodyPr>
          <a:lstStyle>
            <a:lvl1pPr algn="l">
              <a:defRPr sz="3600" b="0" cap="all">
                <a:solidFill>
                  <a:schemeClr val="accent1"/>
                </a:solidFill>
              </a:defRPr>
            </a:lvl1pPr>
          </a:lstStyle>
          <a:p>
            <a:pPr rtl="0"/>
            <a:r>
              <a:rPr lang="es-ES" noProof="0"/>
              <a:t>Haga clic para modificar el estilo de título del patrón</a:t>
            </a:r>
          </a:p>
        </p:txBody>
      </p:sp>
      <p:sp>
        <p:nvSpPr>
          <p:cNvPr id="3" name="Marcador de texto 2"/>
          <p:cNvSpPr>
            <a:spLocks noGrp="1"/>
          </p:cNvSpPr>
          <p:nvPr>
            <p:ph type="body" idx="1" hasCustomPrompt="1"/>
          </p:nvPr>
        </p:nvSpPr>
        <p:spPr>
          <a:xfrm>
            <a:off x="581192" y="4541417"/>
            <a:ext cx="11029615" cy="600556"/>
          </a:xfrm>
        </p:spPr>
        <p:txBody>
          <a:bodyPr rtlCol="0"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rtl="0"/>
            <a:r>
              <a:rPr lang="es-ES" noProof="0"/>
              <a:t>Editar estilos de texto del patrón</a:t>
            </a:r>
          </a:p>
        </p:txBody>
      </p:sp>
      <p:sp>
        <p:nvSpPr>
          <p:cNvPr id="4" name="Marcador de fecha 3"/>
          <p:cNvSpPr>
            <a:spLocks noGrp="1"/>
          </p:cNvSpPr>
          <p:nvPr>
            <p:ph type="dt" sz="half" idx="10"/>
          </p:nvPr>
        </p:nvSpPr>
        <p:spPr/>
        <p:txBody>
          <a:bodyPr rtlCol="0"/>
          <a:lstStyle>
            <a:lvl1pPr>
              <a:defRPr>
                <a:solidFill>
                  <a:schemeClr val="accent1">
                    <a:lumMod val="75000"/>
                    <a:lumOff val="25000"/>
                  </a:schemeClr>
                </a:solidFill>
              </a:defRPr>
            </a:lvl1pPr>
          </a:lstStyle>
          <a:p>
            <a:pPr rtl="0"/>
            <a:fld id="{85E27922-51B6-4B96-9C28-2CD2060AE75A}" type="datetime1">
              <a:rPr lang="es-ES" noProof="0" smtClean="0"/>
              <a:t>16/03/2026</a:t>
            </a:fld>
            <a:endParaRPr lang="es-ES" noProof="0"/>
          </a:p>
        </p:txBody>
      </p:sp>
      <p:sp>
        <p:nvSpPr>
          <p:cNvPr id="5" name="Marcador de pie de página 4"/>
          <p:cNvSpPr>
            <a:spLocks noGrp="1"/>
          </p:cNvSpPr>
          <p:nvPr>
            <p:ph type="ftr" sz="quarter" idx="11"/>
          </p:nvPr>
        </p:nvSpPr>
        <p:spPr/>
        <p:txBody>
          <a:bodyPr rtlCol="0"/>
          <a:lstStyle>
            <a:lvl1pPr>
              <a:defRPr>
                <a:solidFill>
                  <a:schemeClr val="accent1">
                    <a:lumMod val="75000"/>
                    <a:lumOff val="25000"/>
                  </a:schemeClr>
                </a:solidFill>
              </a:defRPr>
            </a:lvl1pPr>
          </a:lstStyle>
          <a:p>
            <a:pPr rtl="0"/>
            <a:endParaRPr lang="es-ES" noProof="0"/>
          </a:p>
        </p:txBody>
      </p:sp>
      <p:sp>
        <p:nvSpPr>
          <p:cNvPr id="6" name="Marcador de número de diapositiva 5"/>
          <p:cNvSpPr>
            <a:spLocks noGrp="1"/>
          </p:cNvSpPr>
          <p:nvPr>
            <p:ph type="sldNum" sz="quarter" idx="12"/>
          </p:nvPr>
        </p:nvSpPr>
        <p:spPr/>
        <p:txBody>
          <a:bodyPr rtlCol="0"/>
          <a:lstStyle>
            <a:lvl1pPr>
              <a:defRPr>
                <a:solidFill>
                  <a:schemeClr val="accent1">
                    <a:lumMod val="75000"/>
                    <a:lumOff val="25000"/>
                  </a:schemeClr>
                </a:solidFill>
              </a:defRPr>
            </a:lvl1pPr>
          </a:lstStyle>
          <a:p>
            <a:pPr rtl="0"/>
            <a:fld id="{D57F1E4F-1CFF-5643-939E-217C01CDF565}" type="slidenum">
              <a:rPr lang="es-ES" noProof="0" smtClean="0"/>
              <a:pPr rtl="0"/>
              <a:t>‹Nº›</a:t>
            </a:fld>
            <a:endParaRPr lang="es-ES" noProof="0"/>
          </a:p>
        </p:txBody>
      </p:sp>
    </p:spTree>
    <p:extLst>
      <p:ext uri="{BB962C8B-B14F-4D97-AF65-F5344CB8AC3E}">
        <p14:creationId xmlns:p14="http://schemas.microsoft.com/office/powerpoint/2010/main" val="39092908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contenido">
    <p:spTree>
      <p:nvGrpSpPr>
        <p:cNvPr id="1" name=""/>
        <p:cNvGrpSpPr/>
        <p:nvPr/>
      </p:nvGrpSpPr>
      <p:grpSpPr>
        <a:xfrm>
          <a:off x="0" y="0"/>
          <a:ext cx="0" cy="0"/>
          <a:chOff x="0" y="0"/>
          <a:chExt cx="0" cy="0"/>
        </a:xfrm>
      </p:grpSpPr>
      <p:sp>
        <p:nvSpPr>
          <p:cNvPr id="8" name="Rectángulo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ítulo 1"/>
          <p:cNvSpPr>
            <a:spLocks noGrp="1"/>
          </p:cNvSpPr>
          <p:nvPr>
            <p:ph type="title"/>
          </p:nvPr>
        </p:nvSpPr>
        <p:spPr>
          <a:xfrm>
            <a:off x="581193" y="729658"/>
            <a:ext cx="11029616" cy="988332"/>
          </a:xfrm>
        </p:spPr>
        <p:txBody>
          <a:bodyPr rtlCol="0"/>
          <a:lstStyle/>
          <a:p>
            <a:pPr rtl="0"/>
            <a:r>
              <a:rPr lang="es-ES" noProof="0"/>
              <a:t>Haga clic para modificar el estilo de título del patrón</a:t>
            </a:r>
          </a:p>
        </p:txBody>
      </p:sp>
      <p:sp>
        <p:nvSpPr>
          <p:cNvPr id="3" name="Marcador de contenido 2"/>
          <p:cNvSpPr>
            <a:spLocks noGrp="1"/>
          </p:cNvSpPr>
          <p:nvPr>
            <p:ph sz="half" idx="1" hasCustomPrompt="1"/>
          </p:nvPr>
        </p:nvSpPr>
        <p:spPr>
          <a:xfrm>
            <a:off x="581193" y="2228003"/>
            <a:ext cx="5422390" cy="3633047"/>
          </a:xfrm>
        </p:spPr>
        <p:txBody>
          <a:bodyPr rtlCol="0">
            <a:normAutofit/>
          </a:bodyPr>
          <a:lstStyle/>
          <a:p>
            <a:pPr lvl="0" rtl="0"/>
            <a:r>
              <a:rPr lang="es-ES" noProof="0"/>
              <a:t>Editar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4" name="Marcador de contenido 3"/>
          <p:cNvSpPr>
            <a:spLocks noGrp="1"/>
          </p:cNvSpPr>
          <p:nvPr>
            <p:ph sz="half" idx="2" hasCustomPrompt="1"/>
          </p:nvPr>
        </p:nvSpPr>
        <p:spPr>
          <a:xfrm>
            <a:off x="6188417" y="2228003"/>
            <a:ext cx="5422392" cy="3633047"/>
          </a:xfrm>
        </p:spPr>
        <p:txBody>
          <a:bodyPr rtlCol="0">
            <a:normAutofit/>
          </a:bodyPr>
          <a:lstStyle/>
          <a:p>
            <a:pPr lvl="0" rtl="0"/>
            <a:r>
              <a:rPr lang="es-ES" noProof="0"/>
              <a:t>Editar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5" name="Marcador de fecha 4"/>
          <p:cNvSpPr>
            <a:spLocks noGrp="1"/>
          </p:cNvSpPr>
          <p:nvPr>
            <p:ph type="dt" sz="half" idx="10"/>
          </p:nvPr>
        </p:nvSpPr>
        <p:spPr/>
        <p:txBody>
          <a:bodyPr rtlCol="0"/>
          <a:lstStyle/>
          <a:p>
            <a:pPr rtl="0"/>
            <a:fld id="{F3ECF5D1-1C98-40FD-9D65-EED7644802B9}" type="datetime1">
              <a:rPr lang="es-ES" noProof="0" smtClean="0"/>
              <a:t>16/03/2026</a:t>
            </a:fld>
            <a:endParaRPr lang="es-ES" noProof="0"/>
          </a:p>
        </p:txBody>
      </p:sp>
      <p:sp>
        <p:nvSpPr>
          <p:cNvPr id="6" name="Marcador de pie de página 5"/>
          <p:cNvSpPr>
            <a:spLocks noGrp="1"/>
          </p:cNvSpPr>
          <p:nvPr>
            <p:ph type="ftr" sz="quarter" idx="11"/>
          </p:nvPr>
        </p:nvSpPr>
        <p:spPr/>
        <p:txBody>
          <a:bodyPr rtlCol="0"/>
          <a:lstStyle/>
          <a:p>
            <a:pPr rtl="0"/>
            <a:endParaRPr lang="es-ES" noProof="0"/>
          </a:p>
        </p:txBody>
      </p:sp>
      <p:sp>
        <p:nvSpPr>
          <p:cNvPr id="7" name="Marcador de número de diapositiva 6"/>
          <p:cNvSpPr>
            <a:spLocks noGrp="1"/>
          </p:cNvSpPr>
          <p:nvPr>
            <p:ph type="sldNum" sz="quarter" idx="12"/>
          </p:nvPr>
        </p:nvSpPr>
        <p:spPr/>
        <p:txBody>
          <a:bodyPr rtlCol="0"/>
          <a:lstStyle/>
          <a:p>
            <a:pPr rtl="0"/>
            <a:fld id="{D57F1E4F-1CFF-5643-939E-217C01CDF565}" type="slidenum">
              <a:rPr lang="es-ES" noProof="0" smtClean="0"/>
              <a:pPr rtl="0"/>
              <a:t>‹Nº›</a:t>
            </a:fld>
            <a:endParaRPr lang="es-ES" noProof="0"/>
          </a:p>
        </p:txBody>
      </p:sp>
    </p:spTree>
    <p:extLst>
      <p:ext uri="{BB962C8B-B14F-4D97-AF65-F5344CB8AC3E}">
        <p14:creationId xmlns:p14="http://schemas.microsoft.com/office/powerpoint/2010/main" val="36871674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1" name="Rectángulo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ítulo 1"/>
          <p:cNvSpPr>
            <a:spLocks noGrp="1"/>
          </p:cNvSpPr>
          <p:nvPr>
            <p:ph type="title"/>
          </p:nvPr>
        </p:nvSpPr>
        <p:spPr>
          <a:xfrm>
            <a:off x="581193" y="729658"/>
            <a:ext cx="11029616" cy="988332"/>
          </a:xfrm>
        </p:spPr>
        <p:txBody>
          <a:bodyPr rtlCol="0"/>
          <a:lstStyle/>
          <a:p>
            <a:pPr rtl="0"/>
            <a:r>
              <a:rPr lang="es-ES" noProof="0"/>
              <a:t>Haga clic para modificar el estilo de título del patrón</a:t>
            </a:r>
          </a:p>
        </p:txBody>
      </p:sp>
      <p:sp>
        <p:nvSpPr>
          <p:cNvPr id="3" name="Marcador de texto 2"/>
          <p:cNvSpPr>
            <a:spLocks noGrp="1"/>
          </p:cNvSpPr>
          <p:nvPr>
            <p:ph type="body" idx="1" hasCustomPrompt="1"/>
          </p:nvPr>
        </p:nvSpPr>
        <p:spPr>
          <a:xfrm>
            <a:off x="887219" y="2250892"/>
            <a:ext cx="5087075" cy="536005"/>
          </a:xfrm>
        </p:spPr>
        <p:txBody>
          <a:bodyPr rtlCol="0"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ES" noProof="0"/>
              <a:t>Editar estilos de texto del patrón</a:t>
            </a:r>
          </a:p>
        </p:txBody>
      </p:sp>
      <p:sp>
        <p:nvSpPr>
          <p:cNvPr id="4" name="Marcador de contenido 3"/>
          <p:cNvSpPr>
            <a:spLocks noGrp="1"/>
          </p:cNvSpPr>
          <p:nvPr>
            <p:ph sz="half" idx="2" hasCustomPrompt="1"/>
          </p:nvPr>
        </p:nvSpPr>
        <p:spPr>
          <a:xfrm>
            <a:off x="581194" y="2926052"/>
            <a:ext cx="5393100" cy="2934999"/>
          </a:xfrm>
        </p:spPr>
        <p:txBody>
          <a:bodyPr rtlCol="0" anchor="t">
            <a:normAutofit/>
          </a:bodyPr>
          <a:lstStyle/>
          <a:p>
            <a:pPr lvl="0" rtl="0"/>
            <a:r>
              <a:rPr lang="es-ES" noProof="0"/>
              <a:t>Editar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5" name="Marcador de texto 4"/>
          <p:cNvSpPr>
            <a:spLocks noGrp="1"/>
          </p:cNvSpPr>
          <p:nvPr>
            <p:ph type="body" sz="quarter" idx="3" hasCustomPrompt="1"/>
          </p:nvPr>
        </p:nvSpPr>
        <p:spPr>
          <a:xfrm>
            <a:off x="6523735" y="2250892"/>
            <a:ext cx="5087073" cy="553373"/>
          </a:xfrm>
        </p:spPr>
        <p:txBody>
          <a:bodyPr rtlCol="0"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ES" noProof="0"/>
              <a:t>Editar estilos de texto del patrón</a:t>
            </a:r>
          </a:p>
        </p:txBody>
      </p:sp>
      <p:sp>
        <p:nvSpPr>
          <p:cNvPr id="6" name="Marcador de contenido 5"/>
          <p:cNvSpPr>
            <a:spLocks noGrp="1"/>
          </p:cNvSpPr>
          <p:nvPr>
            <p:ph sz="quarter" idx="4" hasCustomPrompt="1"/>
          </p:nvPr>
        </p:nvSpPr>
        <p:spPr>
          <a:xfrm>
            <a:off x="6217709" y="2926052"/>
            <a:ext cx="5393100" cy="2934999"/>
          </a:xfrm>
        </p:spPr>
        <p:txBody>
          <a:bodyPr rtlCol="0" anchor="t">
            <a:normAutofit/>
          </a:bodyPr>
          <a:lstStyle/>
          <a:p>
            <a:pPr lvl="0" rtl="0"/>
            <a:r>
              <a:rPr lang="es-ES" noProof="0"/>
              <a:t>Editar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7" name="Marcador de fecha 6"/>
          <p:cNvSpPr>
            <a:spLocks noGrp="1"/>
          </p:cNvSpPr>
          <p:nvPr>
            <p:ph type="dt" sz="half" idx="10"/>
          </p:nvPr>
        </p:nvSpPr>
        <p:spPr/>
        <p:txBody>
          <a:bodyPr rtlCol="0"/>
          <a:lstStyle/>
          <a:p>
            <a:pPr rtl="0"/>
            <a:fld id="{8556C746-EB55-4634-AD93-A9FF2473885C}" type="datetime1">
              <a:rPr lang="es-ES" noProof="0" smtClean="0"/>
              <a:t>16/03/2026</a:t>
            </a:fld>
            <a:endParaRPr lang="es-ES" noProof="0"/>
          </a:p>
        </p:txBody>
      </p:sp>
      <p:sp>
        <p:nvSpPr>
          <p:cNvPr id="8" name="Marcador de pie de página 7"/>
          <p:cNvSpPr>
            <a:spLocks noGrp="1"/>
          </p:cNvSpPr>
          <p:nvPr>
            <p:ph type="ftr" sz="quarter" idx="11"/>
          </p:nvPr>
        </p:nvSpPr>
        <p:spPr/>
        <p:txBody>
          <a:bodyPr rtlCol="0"/>
          <a:lstStyle/>
          <a:p>
            <a:pPr rtl="0"/>
            <a:endParaRPr lang="es-ES" noProof="0"/>
          </a:p>
        </p:txBody>
      </p:sp>
      <p:sp>
        <p:nvSpPr>
          <p:cNvPr id="9" name="Marcador de número de diapositiva 8"/>
          <p:cNvSpPr>
            <a:spLocks noGrp="1"/>
          </p:cNvSpPr>
          <p:nvPr>
            <p:ph type="sldNum" sz="quarter" idx="12"/>
          </p:nvPr>
        </p:nvSpPr>
        <p:spPr/>
        <p:txBody>
          <a:bodyPr rtlCol="0"/>
          <a:lstStyle/>
          <a:p>
            <a:pPr rtl="0"/>
            <a:fld id="{D57F1E4F-1CFF-5643-939E-217C01CDF565}" type="slidenum">
              <a:rPr lang="es-ES" noProof="0" smtClean="0"/>
              <a:pPr rtl="0"/>
              <a:t>‹Nº›</a:t>
            </a:fld>
            <a:endParaRPr lang="es-ES" noProof="0"/>
          </a:p>
        </p:txBody>
      </p:sp>
    </p:spTree>
    <p:extLst>
      <p:ext uri="{BB962C8B-B14F-4D97-AF65-F5344CB8AC3E}">
        <p14:creationId xmlns:p14="http://schemas.microsoft.com/office/powerpoint/2010/main" val="14285740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3" name="Marcador de fecha 2"/>
          <p:cNvSpPr>
            <a:spLocks noGrp="1"/>
          </p:cNvSpPr>
          <p:nvPr>
            <p:ph type="dt" sz="half" idx="10"/>
          </p:nvPr>
        </p:nvSpPr>
        <p:spPr/>
        <p:txBody>
          <a:bodyPr rtlCol="0"/>
          <a:lstStyle/>
          <a:p>
            <a:pPr rtl="0"/>
            <a:fld id="{C9051F13-F75A-440F-BED7-E2004746A95F}" type="datetime1">
              <a:rPr lang="es-ES" noProof="0" smtClean="0"/>
              <a:t>16/03/2026</a:t>
            </a:fld>
            <a:endParaRPr lang="es-ES" noProof="0"/>
          </a:p>
        </p:txBody>
      </p:sp>
      <p:sp>
        <p:nvSpPr>
          <p:cNvPr id="4" name="Marcador de pie de página 3"/>
          <p:cNvSpPr>
            <a:spLocks noGrp="1"/>
          </p:cNvSpPr>
          <p:nvPr>
            <p:ph type="ftr" sz="quarter" idx="11"/>
          </p:nvPr>
        </p:nvSpPr>
        <p:spPr/>
        <p:txBody>
          <a:bodyPr rtlCol="0"/>
          <a:lstStyle/>
          <a:p>
            <a:pPr rtl="0"/>
            <a:endParaRPr lang="es-ES" noProof="0"/>
          </a:p>
        </p:txBody>
      </p:sp>
      <p:sp>
        <p:nvSpPr>
          <p:cNvPr id="5" name="Marcador de número de diapositiva 4"/>
          <p:cNvSpPr>
            <a:spLocks noGrp="1"/>
          </p:cNvSpPr>
          <p:nvPr>
            <p:ph type="sldNum" sz="quarter" idx="12"/>
          </p:nvPr>
        </p:nvSpPr>
        <p:spPr/>
        <p:txBody>
          <a:bodyPr rtlCol="0"/>
          <a:lstStyle/>
          <a:p>
            <a:pPr rtl="0"/>
            <a:fld id="{D57F1E4F-1CFF-5643-939E-217C01CDF565}" type="slidenum">
              <a:rPr lang="es-ES" noProof="0" smtClean="0"/>
              <a:pPr rtl="0"/>
              <a:t>‹Nº›</a:t>
            </a:fld>
            <a:endParaRPr lang="es-ES" noProof="0"/>
          </a:p>
        </p:txBody>
      </p:sp>
      <p:sp>
        <p:nvSpPr>
          <p:cNvPr id="7" name="Rectángulo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ítulo 1"/>
          <p:cNvSpPr>
            <a:spLocks noGrp="1"/>
          </p:cNvSpPr>
          <p:nvPr>
            <p:ph type="title"/>
          </p:nvPr>
        </p:nvSpPr>
        <p:spPr>
          <a:xfrm>
            <a:off x="575894" y="729658"/>
            <a:ext cx="11029616" cy="988332"/>
          </a:xfrm>
        </p:spPr>
        <p:txBody>
          <a:bodyPr rtlCol="0"/>
          <a:lstStyle/>
          <a:p>
            <a:pPr rtl="0"/>
            <a:r>
              <a:rPr lang="es-ES" noProof="0"/>
              <a:t>Haga clic para modificar el estilo de título del patrón</a:t>
            </a:r>
          </a:p>
        </p:txBody>
      </p:sp>
    </p:spTree>
    <p:extLst>
      <p:ext uri="{BB962C8B-B14F-4D97-AF65-F5344CB8AC3E}">
        <p14:creationId xmlns:p14="http://schemas.microsoft.com/office/powerpoint/2010/main" val="11643182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rtlCol="0"/>
          <a:lstStyle/>
          <a:p>
            <a:pPr rtl="0"/>
            <a:fld id="{3D7A2E7D-666A-420B-9042-959E1D47E21D}" type="datetime1">
              <a:rPr lang="es-ES" noProof="0" smtClean="0"/>
              <a:t>16/03/2026</a:t>
            </a:fld>
            <a:endParaRPr lang="es-ES" noProof="0"/>
          </a:p>
        </p:txBody>
      </p:sp>
      <p:sp>
        <p:nvSpPr>
          <p:cNvPr id="3" name="Marcador de pie de página 2"/>
          <p:cNvSpPr>
            <a:spLocks noGrp="1"/>
          </p:cNvSpPr>
          <p:nvPr>
            <p:ph type="ftr" sz="quarter" idx="11"/>
          </p:nvPr>
        </p:nvSpPr>
        <p:spPr/>
        <p:txBody>
          <a:bodyPr rtlCol="0"/>
          <a:lstStyle/>
          <a:p>
            <a:pPr rtl="0"/>
            <a:endParaRPr lang="es-ES" noProof="0"/>
          </a:p>
        </p:txBody>
      </p:sp>
      <p:sp>
        <p:nvSpPr>
          <p:cNvPr id="4" name="Marcador de número de diapositiva 3"/>
          <p:cNvSpPr>
            <a:spLocks noGrp="1"/>
          </p:cNvSpPr>
          <p:nvPr>
            <p:ph type="sldNum" sz="quarter" idx="12"/>
          </p:nvPr>
        </p:nvSpPr>
        <p:spPr/>
        <p:txBody>
          <a:bodyPr rtlCol="0"/>
          <a:lstStyle/>
          <a:p>
            <a:pPr rtl="0"/>
            <a:fld id="{D57F1E4F-1CFF-5643-939E-217C01CDF565}" type="slidenum">
              <a:rPr lang="es-ES" noProof="0" smtClean="0"/>
              <a:pPr rtl="0"/>
              <a:t>‹Nº›</a:t>
            </a:fld>
            <a:endParaRPr lang="es-ES" noProof="0"/>
          </a:p>
        </p:txBody>
      </p:sp>
    </p:spTree>
    <p:extLst>
      <p:ext uri="{BB962C8B-B14F-4D97-AF65-F5344CB8AC3E}">
        <p14:creationId xmlns:p14="http://schemas.microsoft.com/office/powerpoint/2010/main" val="34126904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9" name="Rectángulo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ítulo 1"/>
          <p:cNvSpPr>
            <a:spLocks noGrp="1"/>
          </p:cNvSpPr>
          <p:nvPr>
            <p:ph type="title"/>
          </p:nvPr>
        </p:nvSpPr>
        <p:spPr>
          <a:xfrm>
            <a:off x="581192" y="5262296"/>
            <a:ext cx="4909445" cy="689514"/>
          </a:xfrm>
        </p:spPr>
        <p:txBody>
          <a:bodyPr rtlCol="0" anchor="ctr"/>
          <a:lstStyle>
            <a:lvl1pPr algn="l">
              <a:defRPr sz="2000" b="0">
                <a:solidFill>
                  <a:schemeClr val="accent1">
                    <a:lumMod val="75000"/>
                    <a:lumOff val="25000"/>
                  </a:schemeClr>
                </a:solidFill>
              </a:defRPr>
            </a:lvl1pPr>
          </a:lstStyle>
          <a:p>
            <a:pPr rtl="0"/>
            <a:r>
              <a:rPr lang="es-ES" noProof="0"/>
              <a:t>Haga clic para modificar el estilo de título del patrón</a:t>
            </a:r>
          </a:p>
        </p:txBody>
      </p:sp>
      <p:sp>
        <p:nvSpPr>
          <p:cNvPr id="3" name="Marcador de contenido 2"/>
          <p:cNvSpPr>
            <a:spLocks noGrp="1"/>
          </p:cNvSpPr>
          <p:nvPr>
            <p:ph idx="1" hasCustomPrompt="1"/>
          </p:nvPr>
        </p:nvSpPr>
        <p:spPr>
          <a:xfrm>
            <a:off x="447816" y="601200"/>
            <a:ext cx="11292840" cy="4204800"/>
          </a:xfrm>
        </p:spPr>
        <p:txBody>
          <a:bodyPr rtlCol="0"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rtl="0"/>
            <a:r>
              <a:rPr lang="es-ES" noProof="0"/>
              <a:t>Editar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4" name="Marcador de texto 3"/>
          <p:cNvSpPr>
            <a:spLocks noGrp="1"/>
          </p:cNvSpPr>
          <p:nvPr>
            <p:ph type="body" sz="half" idx="2" hasCustomPrompt="1"/>
          </p:nvPr>
        </p:nvSpPr>
        <p:spPr>
          <a:xfrm>
            <a:off x="5740823" y="5262296"/>
            <a:ext cx="5869987" cy="689515"/>
          </a:xfrm>
        </p:spPr>
        <p:txBody>
          <a:bodyPr rtlCol="0"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es-ES" noProof="0"/>
              <a:t>Editar estilos de texto del patrón</a:t>
            </a:r>
          </a:p>
        </p:txBody>
      </p:sp>
      <p:sp>
        <p:nvSpPr>
          <p:cNvPr id="5" name="Marcador de fecha 4"/>
          <p:cNvSpPr>
            <a:spLocks noGrp="1"/>
          </p:cNvSpPr>
          <p:nvPr>
            <p:ph type="dt" sz="half" idx="10"/>
          </p:nvPr>
        </p:nvSpPr>
        <p:spPr/>
        <p:txBody>
          <a:bodyPr rtlCol="0"/>
          <a:lstStyle>
            <a:lvl1pPr>
              <a:defRPr>
                <a:solidFill>
                  <a:schemeClr val="accent1">
                    <a:lumMod val="75000"/>
                    <a:lumOff val="25000"/>
                  </a:schemeClr>
                </a:solidFill>
              </a:defRPr>
            </a:lvl1pPr>
          </a:lstStyle>
          <a:p>
            <a:pPr rtl="0"/>
            <a:fld id="{0403F12F-0E67-4CAB-8DFD-26DCD4A99D59}" type="datetime1">
              <a:rPr lang="es-ES" noProof="0" smtClean="0"/>
              <a:t>16/03/2026</a:t>
            </a:fld>
            <a:endParaRPr lang="es-ES" noProof="0"/>
          </a:p>
        </p:txBody>
      </p:sp>
      <p:sp>
        <p:nvSpPr>
          <p:cNvPr id="6" name="Marcador de pie de página 5"/>
          <p:cNvSpPr>
            <a:spLocks noGrp="1"/>
          </p:cNvSpPr>
          <p:nvPr>
            <p:ph type="ftr" sz="quarter" idx="11"/>
          </p:nvPr>
        </p:nvSpPr>
        <p:spPr/>
        <p:txBody>
          <a:bodyPr rtlCol="0"/>
          <a:lstStyle>
            <a:lvl1pPr>
              <a:defRPr>
                <a:solidFill>
                  <a:schemeClr val="accent1">
                    <a:lumMod val="75000"/>
                    <a:lumOff val="25000"/>
                  </a:schemeClr>
                </a:solidFill>
              </a:defRPr>
            </a:lvl1pPr>
          </a:lstStyle>
          <a:p>
            <a:pPr rtl="0"/>
            <a:endParaRPr lang="es-ES" noProof="0"/>
          </a:p>
        </p:txBody>
      </p:sp>
      <p:sp>
        <p:nvSpPr>
          <p:cNvPr id="7" name="Marcador de número de diapositiva 6"/>
          <p:cNvSpPr>
            <a:spLocks noGrp="1"/>
          </p:cNvSpPr>
          <p:nvPr>
            <p:ph type="sldNum" sz="quarter" idx="12"/>
          </p:nvPr>
        </p:nvSpPr>
        <p:spPr/>
        <p:txBody>
          <a:bodyPr rtlCol="0"/>
          <a:lstStyle>
            <a:lvl1pPr>
              <a:defRPr>
                <a:solidFill>
                  <a:schemeClr val="accent1">
                    <a:lumMod val="75000"/>
                    <a:lumOff val="25000"/>
                  </a:schemeClr>
                </a:solidFill>
              </a:defRPr>
            </a:lvl1pPr>
          </a:lstStyle>
          <a:p>
            <a:pPr rtl="0"/>
            <a:fld id="{D57F1E4F-1CFF-5643-939E-217C01CDF565}" type="slidenum">
              <a:rPr lang="es-ES" noProof="0" smtClean="0"/>
              <a:pPr rtl="0"/>
              <a:t>‹Nº›</a:t>
            </a:fld>
            <a:endParaRPr lang="es-ES" noProof="0"/>
          </a:p>
        </p:txBody>
      </p:sp>
    </p:spTree>
    <p:extLst>
      <p:ext uri="{BB962C8B-B14F-4D97-AF65-F5344CB8AC3E}">
        <p14:creationId xmlns:p14="http://schemas.microsoft.com/office/powerpoint/2010/main" val="29232962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leyenda">
    <p:spTree>
      <p:nvGrpSpPr>
        <p:cNvPr id="1" name=""/>
        <p:cNvGrpSpPr/>
        <p:nvPr/>
      </p:nvGrpSpPr>
      <p:grpSpPr>
        <a:xfrm>
          <a:off x="0" y="0"/>
          <a:ext cx="0" cy="0"/>
          <a:chOff x="0" y="0"/>
          <a:chExt cx="0" cy="0"/>
        </a:xfrm>
      </p:grpSpPr>
      <p:sp>
        <p:nvSpPr>
          <p:cNvPr id="2" name="Título 1"/>
          <p:cNvSpPr>
            <a:spLocks noGrp="1"/>
          </p:cNvSpPr>
          <p:nvPr>
            <p:ph type="title"/>
          </p:nvPr>
        </p:nvSpPr>
        <p:spPr>
          <a:xfrm>
            <a:off x="581193" y="4693389"/>
            <a:ext cx="11029616" cy="566738"/>
          </a:xfrm>
        </p:spPr>
        <p:txBody>
          <a:bodyPr rtlCol="0" anchor="b">
            <a:normAutofit/>
          </a:bodyPr>
          <a:lstStyle>
            <a:lvl1pPr algn="l">
              <a:defRPr sz="2400" b="0">
                <a:solidFill>
                  <a:schemeClr val="accent1"/>
                </a:solidFill>
              </a:defRPr>
            </a:lvl1pPr>
          </a:lstStyle>
          <a:p>
            <a:pPr rtl="0"/>
            <a:r>
              <a:rPr lang="es-ES" noProof="0"/>
              <a:t>Haga clic para modificar el estilo de título del patrón</a:t>
            </a:r>
          </a:p>
        </p:txBody>
      </p:sp>
      <p:sp>
        <p:nvSpPr>
          <p:cNvPr id="3" name="Marcador de posición de imagen 2"/>
          <p:cNvSpPr>
            <a:spLocks noGrp="1" noChangeAspect="1"/>
          </p:cNvSpPr>
          <p:nvPr>
            <p:ph type="pic" idx="1"/>
          </p:nvPr>
        </p:nvSpPr>
        <p:spPr>
          <a:xfrm>
            <a:off x="447817" y="599725"/>
            <a:ext cx="11290859" cy="3557252"/>
          </a:xfrm>
        </p:spPr>
        <p:txBody>
          <a:bodyPr rtlCol="0"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rtl="0"/>
            <a:r>
              <a:rPr lang="es-ES" noProof="0"/>
              <a:t>Haga clic en el icono para agregar una imagen</a:t>
            </a:r>
          </a:p>
        </p:txBody>
      </p:sp>
      <p:sp>
        <p:nvSpPr>
          <p:cNvPr id="4" name="Marcador de texto 3"/>
          <p:cNvSpPr>
            <a:spLocks noGrp="1"/>
          </p:cNvSpPr>
          <p:nvPr>
            <p:ph type="body" sz="half" idx="2" hasCustomPrompt="1"/>
          </p:nvPr>
        </p:nvSpPr>
        <p:spPr>
          <a:xfrm>
            <a:off x="581192" y="5260127"/>
            <a:ext cx="11029617" cy="598671"/>
          </a:xfrm>
        </p:spPr>
        <p:txBody>
          <a:bodyPr rtlCol="0">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es-ES" noProof="0"/>
              <a:t>Editar estilos de texto del patrón</a:t>
            </a:r>
          </a:p>
        </p:txBody>
      </p:sp>
      <p:sp>
        <p:nvSpPr>
          <p:cNvPr id="5" name="Marcador de fecha 4"/>
          <p:cNvSpPr>
            <a:spLocks noGrp="1"/>
          </p:cNvSpPr>
          <p:nvPr>
            <p:ph type="dt" sz="half" idx="10"/>
          </p:nvPr>
        </p:nvSpPr>
        <p:spPr/>
        <p:txBody>
          <a:bodyPr rtlCol="0"/>
          <a:lstStyle/>
          <a:p>
            <a:pPr rtl="0"/>
            <a:fld id="{9709DA8C-1A59-4B91-B9EA-509377CD0E23}" type="datetime1">
              <a:rPr lang="es-ES" noProof="0" smtClean="0"/>
              <a:t>16/03/2026</a:t>
            </a:fld>
            <a:endParaRPr lang="es-ES" noProof="0"/>
          </a:p>
        </p:txBody>
      </p:sp>
      <p:sp>
        <p:nvSpPr>
          <p:cNvPr id="6" name="Marcador de pie de página 5"/>
          <p:cNvSpPr>
            <a:spLocks noGrp="1"/>
          </p:cNvSpPr>
          <p:nvPr>
            <p:ph type="ftr" sz="quarter" idx="11"/>
          </p:nvPr>
        </p:nvSpPr>
        <p:spPr/>
        <p:txBody>
          <a:bodyPr rtlCol="0"/>
          <a:lstStyle/>
          <a:p>
            <a:pPr rtl="0"/>
            <a:endParaRPr lang="es-ES" noProof="0"/>
          </a:p>
        </p:txBody>
      </p:sp>
      <p:sp>
        <p:nvSpPr>
          <p:cNvPr id="7" name="Marcador de número de diapositiva 6"/>
          <p:cNvSpPr>
            <a:spLocks noGrp="1"/>
          </p:cNvSpPr>
          <p:nvPr>
            <p:ph type="sldNum" sz="quarter" idx="12"/>
          </p:nvPr>
        </p:nvSpPr>
        <p:spPr/>
        <p:txBody>
          <a:bodyPr rtlCol="0"/>
          <a:lstStyle/>
          <a:p>
            <a:pPr rtl="0"/>
            <a:fld id="{D57F1E4F-1CFF-5643-939E-217C01CDF565}" type="slidenum">
              <a:rPr lang="es-ES" noProof="0" smtClean="0"/>
              <a:pPr rtl="0"/>
              <a:t>‹Nº›</a:t>
            </a:fld>
            <a:endParaRPr lang="es-ES" noProof="0"/>
          </a:p>
        </p:txBody>
      </p:sp>
    </p:spTree>
    <p:extLst>
      <p:ext uri="{BB962C8B-B14F-4D97-AF65-F5344CB8AC3E}">
        <p14:creationId xmlns:p14="http://schemas.microsoft.com/office/powerpoint/2010/main" val="12808037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8" name="Rectángulo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ítulo 1"/>
          <p:cNvSpPr>
            <a:spLocks noGrp="1"/>
          </p:cNvSpPr>
          <p:nvPr>
            <p:ph type="title"/>
          </p:nvPr>
        </p:nvSpPr>
        <p:spPr>
          <a:xfrm>
            <a:off x="581192" y="702156"/>
            <a:ext cx="11029616" cy="1013800"/>
          </a:xfrm>
        </p:spPr>
        <p:txBody>
          <a:bodyPr rtlCol="0"/>
          <a:lstStyle/>
          <a:p>
            <a:pPr rtl="0"/>
            <a:r>
              <a:rPr lang="es-ES" noProof="0"/>
              <a:t>Haga clic para modificar el estilo de título del patrón</a:t>
            </a:r>
          </a:p>
        </p:txBody>
      </p:sp>
      <p:sp>
        <p:nvSpPr>
          <p:cNvPr id="3" name="Marcador de posición de texto vertical 2"/>
          <p:cNvSpPr>
            <a:spLocks noGrp="1"/>
          </p:cNvSpPr>
          <p:nvPr>
            <p:ph type="body" orient="vert" idx="1" hasCustomPrompt="1"/>
          </p:nvPr>
        </p:nvSpPr>
        <p:spPr/>
        <p:txBody>
          <a:bodyPr vert="eaVert" rtlCol="0" anchor="t"/>
          <a:lstStyle>
            <a:lvl1pPr algn="l">
              <a:defRPr/>
            </a:lvl1pPr>
            <a:lvl2pPr algn="l">
              <a:defRPr/>
            </a:lvl2pPr>
            <a:lvl3pPr algn="l">
              <a:defRPr/>
            </a:lvl3pPr>
            <a:lvl4pPr algn="l">
              <a:defRPr/>
            </a:lvl4pPr>
            <a:lvl5pPr algn="l">
              <a:defRPr/>
            </a:lvl5pPr>
          </a:lstStyle>
          <a:p>
            <a:pPr lvl="0" rtl="0"/>
            <a:r>
              <a:rPr lang="es-ES" noProof="0"/>
              <a:t>Editar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4" name="Marcador de fecha 3"/>
          <p:cNvSpPr>
            <a:spLocks noGrp="1"/>
          </p:cNvSpPr>
          <p:nvPr>
            <p:ph type="dt" sz="half" idx="10"/>
          </p:nvPr>
        </p:nvSpPr>
        <p:spPr/>
        <p:txBody>
          <a:bodyPr rtlCol="0"/>
          <a:lstStyle/>
          <a:p>
            <a:pPr rtl="0"/>
            <a:fld id="{8CF9F163-DD03-4353-882E-CE0F9A80F1C3}" type="datetime1">
              <a:rPr lang="es-ES" noProof="0" smtClean="0"/>
              <a:t>16/03/2026</a:t>
            </a:fld>
            <a:endParaRPr lang="es-ES" noProof="0"/>
          </a:p>
        </p:txBody>
      </p:sp>
      <p:sp>
        <p:nvSpPr>
          <p:cNvPr id="5" name="Marcador de pie de página 4"/>
          <p:cNvSpPr>
            <a:spLocks noGrp="1"/>
          </p:cNvSpPr>
          <p:nvPr>
            <p:ph type="ftr" sz="quarter" idx="11"/>
          </p:nvPr>
        </p:nvSpPr>
        <p:spPr/>
        <p:txBody>
          <a:bodyPr rtlCol="0"/>
          <a:lstStyle/>
          <a:p>
            <a:pPr rtl="0"/>
            <a:endParaRPr lang="es-ES" noProof="0"/>
          </a:p>
        </p:txBody>
      </p:sp>
      <p:sp>
        <p:nvSpPr>
          <p:cNvPr id="6" name="Marcador de número de diapositiva 5"/>
          <p:cNvSpPr>
            <a:spLocks noGrp="1"/>
          </p:cNvSpPr>
          <p:nvPr>
            <p:ph type="sldNum" sz="quarter" idx="12"/>
          </p:nvPr>
        </p:nvSpPr>
        <p:spPr/>
        <p:txBody>
          <a:bodyPr rtlCol="0"/>
          <a:lstStyle/>
          <a:p>
            <a:pPr rtl="0"/>
            <a:fld id="{D57F1E4F-1CFF-5643-939E-217C01CDF565}" type="slidenum">
              <a:rPr lang="es-ES" noProof="0" smtClean="0"/>
              <a:pPr rtl="0"/>
              <a:t>‹Nº›</a:t>
            </a:fld>
            <a:endParaRPr lang="es-ES" noProof="0"/>
          </a:p>
        </p:txBody>
      </p:sp>
    </p:spTree>
    <p:extLst>
      <p:ext uri="{BB962C8B-B14F-4D97-AF65-F5344CB8AC3E}">
        <p14:creationId xmlns:p14="http://schemas.microsoft.com/office/powerpoint/2010/main" val="34547011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7" name="Rectángulo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ítulo vertical 1"/>
          <p:cNvSpPr>
            <a:spLocks noGrp="1"/>
          </p:cNvSpPr>
          <p:nvPr>
            <p:ph type="title" orient="vert"/>
          </p:nvPr>
        </p:nvSpPr>
        <p:spPr>
          <a:xfrm>
            <a:off x="8839201" y="675726"/>
            <a:ext cx="2004164" cy="5183073"/>
          </a:xfrm>
        </p:spPr>
        <p:txBody>
          <a:bodyPr vert="eaVert" rtlCol="0"/>
          <a:lstStyle/>
          <a:p>
            <a:pPr rtl="0"/>
            <a:r>
              <a:rPr lang="es-ES" noProof="0"/>
              <a:t>Haga clic para modificar el estilo de título del patrón</a:t>
            </a:r>
          </a:p>
        </p:txBody>
      </p:sp>
      <p:sp>
        <p:nvSpPr>
          <p:cNvPr id="3" name="Marcador de posición de texto vertical 2"/>
          <p:cNvSpPr>
            <a:spLocks noGrp="1"/>
          </p:cNvSpPr>
          <p:nvPr>
            <p:ph type="body" orient="vert" idx="1" hasCustomPrompt="1"/>
          </p:nvPr>
        </p:nvSpPr>
        <p:spPr>
          <a:xfrm>
            <a:off x="774923" y="675726"/>
            <a:ext cx="7896279" cy="5183073"/>
          </a:xfrm>
        </p:spPr>
        <p:txBody>
          <a:bodyPr vert="eaVert" rtlCol="0" anchor="t"/>
          <a:lstStyle/>
          <a:p>
            <a:pPr lvl="0" rtl="0"/>
            <a:r>
              <a:rPr lang="es-ES" noProof="0"/>
              <a:t>Editar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4" name="Marcador de fecha 3"/>
          <p:cNvSpPr>
            <a:spLocks noGrp="1"/>
          </p:cNvSpPr>
          <p:nvPr>
            <p:ph type="dt" sz="half" idx="10"/>
          </p:nvPr>
        </p:nvSpPr>
        <p:spPr>
          <a:xfrm>
            <a:off x="8993673" y="5956137"/>
            <a:ext cx="1328141" cy="365125"/>
          </a:xfrm>
        </p:spPr>
        <p:txBody>
          <a:bodyPr rtlCol="0"/>
          <a:lstStyle>
            <a:lvl1pPr>
              <a:defRPr>
                <a:solidFill>
                  <a:schemeClr val="accent1">
                    <a:lumMod val="75000"/>
                    <a:lumOff val="25000"/>
                  </a:schemeClr>
                </a:solidFill>
              </a:defRPr>
            </a:lvl1pPr>
          </a:lstStyle>
          <a:p>
            <a:pPr rtl="0"/>
            <a:fld id="{8D2FF54C-EA2F-453C-857C-5C9ADB86CB43}" type="datetime1">
              <a:rPr lang="es-ES" noProof="0" smtClean="0"/>
              <a:t>16/03/2026</a:t>
            </a:fld>
            <a:endParaRPr lang="es-ES" noProof="0"/>
          </a:p>
        </p:txBody>
      </p:sp>
      <p:sp>
        <p:nvSpPr>
          <p:cNvPr id="5" name="Marcador de pie de página 4"/>
          <p:cNvSpPr>
            <a:spLocks noGrp="1"/>
          </p:cNvSpPr>
          <p:nvPr>
            <p:ph type="ftr" sz="quarter" idx="11"/>
          </p:nvPr>
        </p:nvSpPr>
        <p:spPr>
          <a:xfrm>
            <a:off x="774923" y="5951811"/>
            <a:ext cx="7896279" cy="365125"/>
          </a:xfrm>
        </p:spPr>
        <p:txBody>
          <a:bodyPr rtlCol="0"/>
          <a:lstStyle/>
          <a:p>
            <a:pPr rtl="0"/>
            <a:endParaRPr lang="es-ES" noProof="0"/>
          </a:p>
        </p:txBody>
      </p:sp>
      <p:sp>
        <p:nvSpPr>
          <p:cNvPr id="6" name="Marcador de número de diapositiva 5"/>
          <p:cNvSpPr>
            <a:spLocks noGrp="1"/>
          </p:cNvSpPr>
          <p:nvPr>
            <p:ph type="sldNum" sz="quarter" idx="12"/>
          </p:nvPr>
        </p:nvSpPr>
        <p:spPr>
          <a:xfrm>
            <a:off x="10446615" y="5956137"/>
            <a:ext cx="1164195" cy="365125"/>
          </a:xfrm>
        </p:spPr>
        <p:txBody>
          <a:bodyPr rtlCol="0"/>
          <a:lstStyle>
            <a:lvl1pPr>
              <a:defRPr>
                <a:solidFill>
                  <a:schemeClr val="accent1">
                    <a:lumMod val="75000"/>
                    <a:lumOff val="25000"/>
                  </a:schemeClr>
                </a:solidFill>
              </a:defRPr>
            </a:lvl1pPr>
          </a:lstStyle>
          <a:p>
            <a:pPr rtl="0"/>
            <a:fld id="{D57F1E4F-1CFF-5643-939E-217C01CDF565}" type="slidenum">
              <a:rPr lang="es-ES" noProof="0" smtClean="0"/>
              <a:pPr rtl="0"/>
              <a:t>‹Nº›</a:t>
            </a:fld>
            <a:endParaRPr lang="es-ES" noProof="0"/>
          </a:p>
        </p:txBody>
      </p:sp>
    </p:spTree>
    <p:extLst>
      <p:ext uri="{BB962C8B-B14F-4D97-AF65-F5344CB8AC3E}">
        <p14:creationId xmlns:p14="http://schemas.microsoft.com/office/powerpoint/2010/main" val="42915268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pPr rtl="0"/>
            <a:r>
              <a:rPr lang="es-ES" noProof="0"/>
              <a:t>Haga clic para modificar el estilo de título del patrón</a:t>
            </a:r>
          </a:p>
        </p:txBody>
      </p:sp>
      <p:sp>
        <p:nvSpPr>
          <p:cNvPr id="3" name="Marcador de texto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rtl="0"/>
            <a:r>
              <a:rPr lang="es-ES" noProof="0"/>
              <a:t>Editar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4" name="Marcador de fecha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pPr rtl="0"/>
            <a:fld id="{A3DF7BF2-42BB-439B-88AA-F60334FF1291}" type="datetime1">
              <a:rPr lang="es-ES" noProof="0" smtClean="0"/>
              <a:t>16/03/2026</a:t>
            </a:fld>
            <a:endParaRPr lang="es-ES" noProof="0"/>
          </a:p>
        </p:txBody>
      </p:sp>
      <p:sp>
        <p:nvSpPr>
          <p:cNvPr id="5" name="Marcador de pie de página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pPr rtl="0"/>
            <a:endParaRPr lang="es-ES" noProof="0"/>
          </a:p>
        </p:txBody>
      </p:sp>
      <p:sp>
        <p:nvSpPr>
          <p:cNvPr id="6" name="Marcador de número de diapositiva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pPr rtl="0"/>
            <a:fld id="{D57F1E4F-1CFF-5643-939E-217C01CDF565}" type="slidenum">
              <a:rPr lang="es-ES" noProof="0" smtClean="0"/>
              <a:pPr rtl="0"/>
              <a:t>‹Nº›</a:t>
            </a:fld>
            <a:endParaRPr lang="es-ES" noProof="0"/>
          </a:p>
        </p:txBody>
      </p:sp>
      <p:sp>
        <p:nvSpPr>
          <p:cNvPr id="9" name="Rectángulo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ángulo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ángulo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8285554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sldNum="0" hdr="0" ftr="0" dt="0"/>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8.jpeg"/><Relationship Id="rId7" Type="http://schemas.openxmlformats.org/officeDocument/2006/relationships/diagramColors" Target="../diagrams/colors2.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image" Target="../media/image8.jpeg"/><Relationship Id="rId7" Type="http://schemas.openxmlformats.org/officeDocument/2006/relationships/diagramColors" Target="../diagrams/colors3.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4.xml"/><Relationship Id="rId5" Type="http://schemas.openxmlformats.org/officeDocument/2006/relationships/image" Target="../media/image15.png"/><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ángulo 14">
            <a:extLst>
              <a:ext uri="{FF2B5EF4-FFF2-40B4-BE49-F238E27FC236}">
                <a16:creationId xmlns:a16="http://schemas.microsoft.com/office/drawing/2014/main" id="{493D4EDA-58E0-40CC-B3CA-14CDEB349D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pic>
        <p:nvPicPr>
          <p:cNvPr id="7" name="Imagen 6" descr="Conexiones digitales">
            <a:extLst>
              <a:ext uri="{FF2B5EF4-FFF2-40B4-BE49-F238E27FC236}">
                <a16:creationId xmlns:a16="http://schemas.microsoft.com/office/drawing/2014/main" id="{3840F91C-EDD0-4D4E-A4AB-E6C77856C88C}"/>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l="13265" t="9091" r="3502" b="-1"/>
          <a:stretch/>
        </p:blipFill>
        <p:spPr>
          <a:xfrm>
            <a:off x="-18043" y="10"/>
            <a:ext cx="12191980" cy="6857990"/>
          </a:xfrm>
          <a:prstGeom prst="rect">
            <a:avLst/>
          </a:prstGeom>
        </p:spPr>
      </p:pic>
      <p:grpSp>
        <p:nvGrpSpPr>
          <p:cNvPr id="17" name="Grupo 16">
            <a:extLst>
              <a:ext uri="{FF2B5EF4-FFF2-40B4-BE49-F238E27FC236}">
                <a16:creationId xmlns:a16="http://schemas.microsoft.com/office/drawing/2014/main" id="{AA9EB0BC-A85E-4C26-B355-5DFCEF6CCB4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46534" y="453643"/>
            <a:ext cx="11298933" cy="98554"/>
            <a:chOff x="446534" y="453643"/>
            <a:chExt cx="11298933" cy="98554"/>
          </a:xfrm>
        </p:grpSpPr>
        <p:sp>
          <p:nvSpPr>
            <p:cNvPr id="18" name="Rectángulo 17">
              <a:extLst>
                <a:ext uri="{FF2B5EF4-FFF2-40B4-BE49-F238E27FC236}">
                  <a16:creationId xmlns:a16="http://schemas.microsoft.com/office/drawing/2014/main" id="{3643E56B-BD42-413D-B17D-7958270F5D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9" name="Rectángulo 18">
              <a:extLst>
                <a:ext uri="{FF2B5EF4-FFF2-40B4-BE49-F238E27FC236}">
                  <a16:creationId xmlns:a16="http://schemas.microsoft.com/office/drawing/2014/main" id="{96C04F74-9467-4FA5-95DC-8D481A2974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20" name="Rectángulo 19">
              <a:extLst>
                <a:ext uri="{FF2B5EF4-FFF2-40B4-BE49-F238E27FC236}">
                  <a16:creationId xmlns:a16="http://schemas.microsoft.com/office/drawing/2014/main" id="{D73DE1C3-5C37-42E9-A3F0-256F193832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grpSp>
      <p:sp>
        <p:nvSpPr>
          <p:cNvPr id="22" name="Rectángulo 21">
            <a:extLst>
              <a:ext uri="{FF2B5EF4-FFF2-40B4-BE49-F238E27FC236}">
                <a16:creationId xmlns:a16="http://schemas.microsoft.com/office/drawing/2014/main" id="{4A2E7EC3-E07C-46CE-9B25-41865A5068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8732" y="4428067"/>
            <a:ext cx="11260667" cy="1962497"/>
          </a:xfrm>
          <a:prstGeom prst="rect">
            <a:avLst/>
          </a:prstGeom>
          <a:solidFill>
            <a:schemeClr val="accent1">
              <a:alpha val="97000"/>
            </a:schemeClr>
          </a:solidFill>
          <a:ln w="6350" cmpd="sng">
            <a:noFill/>
          </a:ln>
          <a:effectLst/>
        </p:spPr>
        <p:style>
          <a:lnRef idx="1">
            <a:schemeClr val="accent1"/>
          </a:lnRef>
          <a:fillRef idx="3">
            <a:schemeClr val="accent1"/>
          </a:fillRef>
          <a:effectRef idx="2">
            <a:schemeClr val="accent1"/>
          </a:effectRef>
          <a:fontRef idx="minor">
            <a:schemeClr val="lt1"/>
          </a:fontRef>
        </p:style>
      </p:sp>
      <p:sp>
        <p:nvSpPr>
          <p:cNvPr id="2" name="Título 1">
            <a:extLst>
              <a:ext uri="{FF2B5EF4-FFF2-40B4-BE49-F238E27FC236}">
                <a16:creationId xmlns:a16="http://schemas.microsoft.com/office/drawing/2014/main" id="{C02C5318-1A1E-49D0-B2E2-A4B0FA9E8A40}"/>
              </a:ext>
            </a:extLst>
          </p:cNvPr>
          <p:cNvSpPr>
            <a:spLocks noGrp="1"/>
          </p:cNvSpPr>
          <p:nvPr>
            <p:ph type="ctrTitle"/>
          </p:nvPr>
        </p:nvSpPr>
        <p:spPr>
          <a:xfrm>
            <a:off x="482601" y="4424510"/>
            <a:ext cx="11260668" cy="713437"/>
          </a:xfrm>
        </p:spPr>
        <p:txBody>
          <a:bodyPr rtlCol="0">
            <a:noAutofit/>
          </a:bodyPr>
          <a:lstStyle/>
          <a:p>
            <a:pPr rtl="0"/>
            <a:r>
              <a:rPr lang="es-ES" sz="4400" dirty="0">
                <a:solidFill>
                  <a:schemeClr val="bg1"/>
                </a:solidFill>
              </a:rPr>
              <a:t>Implementación de Módulo SPI</a:t>
            </a:r>
          </a:p>
        </p:txBody>
      </p:sp>
      <p:sp>
        <p:nvSpPr>
          <p:cNvPr id="3" name="Subtítulo 2">
            <a:extLst>
              <a:ext uri="{FF2B5EF4-FFF2-40B4-BE49-F238E27FC236}">
                <a16:creationId xmlns:a16="http://schemas.microsoft.com/office/drawing/2014/main" id="{48B6CF59-4E5B-494D-A2F7-97ADD01E6497}"/>
              </a:ext>
            </a:extLst>
          </p:cNvPr>
          <p:cNvSpPr>
            <a:spLocks noGrp="1"/>
          </p:cNvSpPr>
          <p:nvPr>
            <p:ph type="subTitle" idx="1"/>
          </p:nvPr>
        </p:nvSpPr>
        <p:spPr>
          <a:xfrm>
            <a:off x="482601" y="5035257"/>
            <a:ext cx="10307319" cy="1443602"/>
          </a:xfrm>
        </p:spPr>
        <p:txBody>
          <a:bodyPr rtlCol="0">
            <a:normAutofit fontScale="77500" lnSpcReduction="20000"/>
          </a:bodyPr>
          <a:lstStyle/>
          <a:p>
            <a:pPr rtl="0"/>
            <a:r>
              <a:rPr lang="es-ES" dirty="0">
                <a:solidFill>
                  <a:srgbClr val="7CEBFF"/>
                </a:solidFill>
              </a:rPr>
              <a:t>Integrantes:</a:t>
            </a:r>
          </a:p>
          <a:p>
            <a:pPr rtl="0"/>
            <a:r>
              <a:rPr lang="es-ES" dirty="0">
                <a:solidFill>
                  <a:srgbClr val="7CEBFF"/>
                </a:solidFill>
              </a:rPr>
              <a:t>Diego Israel Gonzalez Sanchez</a:t>
            </a:r>
          </a:p>
          <a:p>
            <a:pPr rtl="0"/>
            <a:r>
              <a:rPr lang="es-ES" dirty="0">
                <a:solidFill>
                  <a:srgbClr val="7CEBFF"/>
                </a:solidFill>
              </a:rPr>
              <a:t>Derek Gabriel Casillas López</a:t>
            </a:r>
          </a:p>
          <a:p>
            <a:pPr rtl="0"/>
            <a:r>
              <a:rPr lang="es-ES" dirty="0">
                <a:solidFill>
                  <a:srgbClr val="7CEBFF"/>
                </a:solidFill>
              </a:rPr>
              <a:t>Iván Samuel Ortiz Orellana</a:t>
            </a:r>
          </a:p>
          <a:p>
            <a:pPr rtl="0"/>
            <a:r>
              <a:rPr lang="es-ES" dirty="0">
                <a:solidFill>
                  <a:srgbClr val="7CEBFF"/>
                </a:solidFill>
              </a:rPr>
              <a:t>Omar Luna Reyes</a:t>
            </a:r>
          </a:p>
          <a:p>
            <a:pPr rtl="0"/>
            <a:endParaRPr lang="es-ES" dirty="0">
              <a:solidFill>
                <a:srgbClr val="7CEBFF"/>
              </a:solidFill>
            </a:endParaRPr>
          </a:p>
        </p:txBody>
      </p:sp>
      <p:sp>
        <p:nvSpPr>
          <p:cNvPr id="11" name="Subtítulo 2">
            <a:extLst>
              <a:ext uri="{FF2B5EF4-FFF2-40B4-BE49-F238E27FC236}">
                <a16:creationId xmlns:a16="http://schemas.microsoft.com/office/drawing/2014/main" id="{1E4447B4-B1DF-483F-96C3-E1861A6AE03A}"/>
              </a:ext>
            </a:extLst>
          </p:cNvPr>
          <p:cNvSpPr txBox="1">
            <a:spLocks/>
          </p:cNvSpPr>
          <p:nvPr/>
        </p:nvSpPr>
        <p:spPr>
          <a:xfrm>
            <a:off x="5496712" y="5035257"/>
            <a:ext cx="10307319" cy="1589025"/>
          </a:xfrm>
          <a:prstGeom prst="rect">
            <a:avLst/>
          </a:prstGeom>
        </p:spPr>
        <p:txBody>
          <a:bodyPr vert="horz" lIns="91440" tIns="45720" rIns="91440" bIns="45720" rtlCol="0" anchor="t">
            <a:normAutofit/>
          </a:bodyPr>
          <a:lstStyle>
            <a:lvl1pPr marL="0" indent="0" algn="l" defTabSz="457200" rtl="0" eaLnBrk="1" latinLnBrk="0" hangingPunct="1">
              <a:spcBef>
                <a:spcPct val="20000"/>
              </a:spcBef>
              <a:spcAft>
                <a:spcPts val="600"/>
              </a:spcAft>
              <a:buClr>
                <a:schemeClr val="accent2"/>
              </a:buClr>
              <a:buSzPct val="92000"/>
              <a:buFont typeface="Wingdings 2" panose="05020102010507070707" pitchFamily="18" charset="2"/>
              <a:buNone/>
              <a:defRPr sz="1600" kern="1200" cap="all">
                <a:solidFill>
                  <a:schemeClr val="accent2"/>
                </a:solidFill>
                <a:latin typeface="+mn-lt"/>
                <a:ea typeface="+mn-ea"/>
                <a:cs typeface="+mn-cs"/>
              </a:defRPr>
            </a:lvl1pPr>
            <a:lvl2pPr marL="4572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600" kern="1200">
                <a:solidFill>
                  <a:schemeClr val="tx1">
                    <a:tint val="75000"/>
                  </a:schemeClr>
                </a:solidFill>
                <a:latin typeface="+mn-lt"/>
                <a:ea typeface="+mn-ea"/>
                <a:cs typeface="+mn-cs"/>
              </a:defRPr>
            </a:lvl2pPr>
            <a:lvl3pPr marL="9144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400" kern="1200">
                <a:solidFill>
                  <a:schemeClr val="tx1">
                    <a:tint val="75000"/>
                  </a:schemeClr>
                </a:solidFill>
                <a:latin typeface="+mn-lt"/>
                <a:ea typeface="+mn-ea"/>
                <a:cs typeface="+mn-cs"/>
              </a:defRPr>
            </a:lvl3pPr>
            <a:lvl4pPr marL="13716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4pPr>
            <a:lvl5pPr marL="18288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5pPr>
            <a:lvl6pPr marL="22860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6pPr>
            <a:lvl7pPr marL="27432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7pPr>
            <a:lvl8pPr marL="32004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8pPr>
            <a:lvl9pPr marL="36576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9pPr>
          </a:lstStyle>
          <a:p>
            <a:r>
              <a:rPr lang="es-ES" sz="1400" dirty="0">
                <a:solidFill>
                  <a:srgbClr val="7CEBFF"/>
                </a:solidFill>
              </a:rPr>
              <a:t>Materia: Arquitectura de computadoras</a:t>
            </a:r>
          </a:p>
          <a:p>
            <a:r>
              <a:rPr lang="es-ES" sz="1400" dirty="0">
                <a:solidFill>
                  <a:srgbClr val="7CEBFF"/>
                </a:solidFill>
              </a:rPr>
              <a:t>Profesor: </a:t>
            </a:r>
            <a:r>
              <a:rPr lang="pt-BR" sz="1400" dirty="0">
                <a:solidFill>
                  <a:srgbClr val="7CEBFF"/>
                </a:solidFill>
              </a:rPr>
              <a:t>JORGE ERNESTO LOPEZ ARCE DELGADO</a:t>
            </a:r>
          </a:p>
          <a:p>
            <a:r>
              <a:rPr lang="pt-BR" sz="1400" dirty="0">
                <a:solidFill>
                  <a:srgbClr val="7CEBFF"/>
                </a:solidFill>
              </a:rPr>
              <a:t>Fecha: 15/03/2026</a:t>
            </a:r>
          </a:p>
          <a:p>
            <a:endParaRPr lang="es-ES" dirty="0">
              <a:solidFill>
                <a:srgbClr val="7CEBFF"/>
              </a:solidFill>
            </a:endParaRPr>
          </a:p>
          <a:p>
            <a:endParaRPr lang="es-ES" dirty="0">
              <a:solidFill>
                <a:srgbClr val="7CEBFF"/>
              </a:solidFill>
            </a:endParaRPr>
          </a:p>
        </p:txBody>
      </p:sp>
    </p:spTree>
    <p:extLst>
      <p:ext uri="{BB962C8B-B14F-4D97-AF65-F5344CB8AC3E}">
        <p14:creationId xmlns:p14="http://schemas.microsoft.com/office/powerpoint/2010/main" val="14877007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9" name="Rectángulo 28">
            <a:extLst>
              <a:ext uri="{FF2B5EF4-FFF2-40B4-BE49-F238E27FC236}">
                <a16:creationId xmlns:a16="http://schemas.microsoft.com/office/drawing/2014/main" id="{BFDA9692-ECDC-4B59-86B2-8C90FDE1A0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36712"/>
            <a:ext cx="12192000" cy="632128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31" name="Rectángulo 30">
            <a:extLst>
              <a:ext uri="{FF2B5EF4-FFF2-40B4-BE49-F238E27FC236}">
                <a16:creationId xmlns:a16="http://schemas.microsoft.com/office/drawing/2014/main" id="{12C05506-42A1-49C0-9D87-081CCD9023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ítulo 1">
            <a:extLst>
              <a:ext uri="{FF2B5EF4-FFF2-40B4-BE49-F238E27FC236}">
                <a16:creationId xmlns:a16="http://schemas.microsoft.com/office/drawing/2014/main" id="{5B040558-A365-4CCE-92FA-5A48CD98F9C9}"/>
              </a:ext>
            </a:extLst>
          </p:cNvPr>
          <p:cNvSpPr>
            <a:spLocks noGrp="1"/>
          </p:cNvSpPr>
          <p:nvPr>
            <p:ph type="title"/>
          </p:nvPr>
        </p:nvSpPr>
        <p:spPr>
          <a:xfrm>
            <a:off x="581192" y="5264487"/>
            <a:ext cx="11029616" cy="718870"/>
          </a:xfrm>
        </p:spPr>
        <p:txBody>
          <a:bodyPr rtlCol="0">
            <a:normAutofit/>
          </a:bodyPr>
          <a:lstStyle/>
          <a:p>
            <a:pPr rtl="0"/>
            <a:r>
              <a:rPr lang="es-ES" dirty="0">
                <a:solidFill>
                  <a:srgbClr val="FFFEFF"/>
                </a:solidFill>
              </a:rPr>
              <a:t>Objetivo</a:t>
            </a:r>
          </a:p>
        </p:txBody>
      </p:sp>
      <p:graphicFrame>
        <p:nvGraphicFramePr>
          <p:cNvPr id="4" name="Marcador de contenido 3" descr="Gráfico de SmartArt, icono">
            <a:extLst>
              <a:ext uri="{FF2B5EF4-FFF2-40B4-BE49-F238E27FC236}">
                <a16:creationId xmlns:a16="http://schemas.microsoft.com/office/drawing/2014/main" id="{81E592E1-99DF-4294-A2E9-EF46299BD3F4}"/>
              </a:ext>
            </a:extLst>
          </p:cNvPr>
          <p:cNvGraphicFramePr>
            <a:graphicFrameLocks noGrp="1"/>
          </p:cNvGraphicFramePr>
          <p:nvPr>
            <p:ph idx="1"/>
            <p:extLst>
              <p:ext uri="{D42A27DB-BD31-4B8C-83A1-F6EECF244321}">
                <p14:modId xmlns:p14="http://schemas.microsoft.com/office/powerpoint/2010/main" val="274117297"/>
              </p:ext>
            </p:extLst>
          </p:nvPr>
        </p:nvGraphicFramePr>
        <p:xfrm>
          <a:off x="642938" y="858445"/>
          <a:ext cx="10906125" cy="428352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7033425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21633EB-7DCB-4DDC-80AF-C885A3EE1245}"/>
              </a:ext>
            </a:extLst>
          </p:cNvPr>
          <p:cNvSpPr>
            <a:spLocks noGrp="1"/>
          </p:cNvSpPr>
          <p:nvPr>
            <p:ph type="title"/>
          </p:nvPr>
        </p:nvSpPr>
        <p:spPr/>
        <p:txBody>
          <a:bodyPr rtlCol="0"/>
          <a:lstStyle/>
          <a:p>
            <a:pPr rtl="0"/>
            <a:r>
              <a:rPr lang="es-ES" dirty="0"/>
              <a:t>¿Qué se implementó?</a:t>
            </a:r>
          </a:p>
        </p:txBody>
      </p:sp>
      <p:sp>
        <p:nvSpPr>
          <p:cNvPr id="4" name="Marcador de contenido 3">
            <a:extLst>
              <a:ext uri="{FF2B5EF4-FFF2-40B4-BE49-F238E27FC236}">
                <a16:creationId xmlns:a16="http://schemas.microsoft.com/office/drawing/2014/main" id="{A5232321-5A9D-4831-9D18-03EA11E778D5}"/>
              </a:ext>
            </a:extLst>
          </p:cNvPr>
          <p:cNvSpPr>
            <a:spLocks noGrp="1"/>
          </p:cNvSpPr>
          <p:nvPr>
            <p:ph sz="half" idx="2"/>
          </p:nvPr>
        </p:nvSpPr>
        <p:spPr>
          <a:xfrm>
            <a:off x="6188417" y="2382574"/>
            <a:ext cx="5422392" cy="3483610"/>
          </a:xfrm>
        </p:spPr>
        <p:txBody>
          <a:bodyPr/>
          <a:lstStyle/>
          <a:p>
            <a:pPr marL="0" indent="0">
              <a:buNone/>
            </a:pPr>
            <a:r>
              <a:rPr lang="es-MX" dirty="0"/>
              <a:t>Se implementó un sistema SPI básico en </a:t>
            </a:r>
            <a:r>
              <a:rPr lang="es-MX" dirty="0" err="1"/>
              <a:t>Verilog</a:t>
            </a:r>
            <a:r>
              <a:rPr lang="es-MX" dirty="0"/>
              <a:t> con un maestro y tres esclavos. </a:t>
            </a:r>
          </a:p>
          <a:p>
            <a:pPr marL="0" indent="0">
              <a:buNone/>
            </a:pPr>
            <a:r>
              <a:rPr lang="es-MX" dirty="0"/>
              <a:t>El objetivo del diseño es demostrar cómo un maestro puede comunicarse con varios dispositivos esclavos compartiendo las líneas principales del bus, pero seleccionando solamente uno a la vez mediante señales de selección independientes.</a:t>
            </a:r>
          </a:p>
        </p:txBody>
      </p:sp>
      <p:pic>
        <p:nvPicPr>
          <p:cNvPr id="6" name="Marcador de contenido 5">
            <a:extLst>
              <a:ext uri="{FF2B5EF4-FFF2-40B4-BE49-F238E27FC236}">
                <a16:creationId xmlns:a16="http://schemas.microsoft.com/office/drawing/2014/main" id="{EF6FFC85-B48A-4D29-9A55-401CC3DB0759}"/>
              </a:ext>
            </a:extLst>
          </p:cNvPr>
          <p:cNvPicPr>
            <a:picLocks noGrp="1" noChangeAspect="1"/>
          </p:cNvPicPr>
          <p:nvPr>
            <p:ph sz="half" idx="1"/>
          </p:nvPr>
        </p:nvPicPr>
        <p:blipFill>
          <a:blip r:embed="rId3"/>
          <a:stretch>
            <a:fillRect/>
          </a:stretch>
        </p:blipFill>
        <p:spPr>
          <a:xfrm>
            <a:off x="753034" y="2013806"/>
            <a:ext cx="4515156" cy="4221146"/>
          </a:xfrm>
          <a:prstGeom prst="rect">
            <a:avLst/>
          </a:prstGeom>
        </p:spPr>
      </p:pic>
    </p:spTree>
    <p:extLst>
      <p:ext uri="{BB962C8B-B14F-4D97-AF65-F5344CB8AC3E}">
        <p14:creationId xmlns:p14="http://schemas.microsoft.com/office/powerpoint/2010/main" val="15570979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21633EB-7DCB-4DDC-80AF-C885A3EE1245}"/>
              </a:ext>
            </a:extLst>
          </p:cNvPr>
          <p:cNvSpPr>
            <a:spLocks noGrp="1"/>
          </p:cNvSpPr>
          <p:nvPr>
            <p:ph type="title"/>
          </p:nvPr>
        </p:nvSpPr>
        <p:spPr/>
        <p:txBody>
          <a:bodyPr rtlCol="0"/>
          <a:lstStyle/>
          <a:p>
            <a:pPr rtl="0"/>
            <a:r>
              <a:rPr lang="es-ES" dirty="0"/>
              <a:t>¿Qué es SPI?</a:t>
            </a:r>
          </a:p>
        </p:txBody>
      </p:sp>
      <p:sp>
        <p:nvSpPr>
          <p:cNvPr id="4" name="Marcador de contenido 3">
            <a:extLst>
              <a:ext uri="{FF2B5EF4-FFF2-40B4-BE49-F238E27FC236}">
                <a16:creationId xmlns:a16="http://schemas.microsoft.com/office/drawing/2014/main" id="{A5232321-5A9D-4831-9D18-03EA11E778D5}"/>
              </a:ext>
            </a:extLst>
          </p:cNvPr>
          <p:cNvSpPr>
            <a:spLocks noGrp="1"/>
          </p:cNvSpPr>
          <p:nvPr>
            <p:ph sz="half" idx="2"/>
          </p:nvPr>
        </p:nvSpPr>
        <p:spPr>
          <a:xfrm>
            <a:off x="6188417" y="1972019"/>
            <a:ext cx="5422392" cy="3889031"/>
          </a:xfrm>
        </p:spPr>
        <p:txBody>
          <a:bodyPr/>
          <a:lstStyle/>
          <a:p>
            <a:r>
              <a:rPr lang="es-MX" dirty="0"/>
              <a:t>El </a:t>
            </a:r>
            <a:r>
              <a:rPr lang="es-MX" b="1" dirty="0"/>
              <a:t>SPI (Serial </a:t>
            </a:r>
            <a:r>
              <a:rPr lang="es-MX" b="1" dirty="0" err="1"/>
              <a:t>Peripheral</a:t>
            </a:r>
            <a:r>
              <a:rPr lang="es-MX" b="1" dirty="0"/>
              <a:t> Interface)</a:t>
            </a:r>
            <a:r>
              <a:rPr lang="es-MX" dirty="0"/>
              <a:t> es un protocolo de comunicación serial síncrona utilizado para intercambiar datos entre un </a:t>
            </a:r>
            <a:r>
              <a:rPr lang="es-MX" b="1" dirty="0"/>
              <a:t>dispositivo maestro</a:t>
            </a:r>
            <a:r>
              <a:rPr lang="es-MX" dirty="0"/>
              <a:t> y uno o más </a:t>
            </a:r>
            <a:r>
              <a:rPr lang="es-MX" b="1" dirty="0"/>
              <a:t>dispositivos esclavos</a:t>
            </a:r>
            <a:r>
              <a:rPr lang="es-MX" dirty="0"/>
              <a:t>.</a:t>
            </a:r>
          </a:p>
          <a:p>
            <a:r>
              <a:rPr lang="es-MX" b="1" dirty="0"/>
              <a:t>Características principales:</a:t>
            </a:r>
          </a:p>
          <a:p>
            <a:pPr>
              <a:buFont typeface="Arial" panose="020B0604020202020204" pitchFamily="34" charset="0"/>
              <a:buChar char="•"/>
            </a:pPr>
            <a:r>
              <a:rPr lang="es-MX" dirty="0"/>
              <a:t>Comunicación </a:t>
            </a:r>
            <a:r>
              <a:rPr lang="es-MX" b="1" dirty="0"/>
              <a:t>rápida y eficiente</a:t>
            </a:r>
            <a:r>
              <a:rPr lang="es-MX" dirty="0"/>
              <a:t>.</a:t>
            </a:r>
          </a:p>
          <a:p>
            <a:pPr>
              <a:buFont typeface="Arial" panose="020B0604020202020204" pitchFamily="34" charset="0"/>
              <a:buChar char="•"/>
            </a:pPr>
            <a:r>
              <a:rPr lang="es-MX" dirty="0"/>
              <a:t>Utiliza un </a:t>
            </a:r>
            <a:r>
              <a:rPr lang="es-MX" b="1" dirty="0"/>
              <a:t>reloj compartido</a:t>
            </a:r>
            <a:r>
              <a:rPr lang="es-MX" dirty="0"/>
              <a:t>.</a:t>
            </a:r>
          </a:p>
          <a:p>
            <a:pPr>
              <a:buFont typeface="Arial" panose="020B0604020202020204" pitchFamily="34" charset="0"/>
              <a:buChar char="•"/>
            </a:pPr>
            <a:r>
              <a:rPr lang="es-MX" dirty="0"/>
              <a:t>Permite comunicación </a:t>
            </a:r>
            <a:r>
              <a:rPr lang="es-MX" b="1" dirty="0"/>
              <a:t>full-</a:t>
            </a:r>
            <a:r>
              <a:rPr lang="es-MX" b="1" dirty="0" err="1"/>
              <a:t>duplex</a:t>
            </a:r>
            <a:r>
              <a:rPr lang="es-MX" dirty="0"/>
              <a:t> (envío y recepción simultánea).</a:t>
            </a:r>
          </a:p>
          <a:p>
            <a:pPr>
              <a:buFont typeface="Arial" panose="020B0604020202020204" pitchFamily="34" charset="0"/>
              <a:buChar char="•"/>
            </a:pPr>
            <a:r>
              <a:rPr lang="es-MX" dirty="0"/>
              <a:t>Es común en </a:t>
            </a:r>
            <a:r>
              <a:rPr lang="es-MX" b="1" dirty="0"/>
              <a:t>sistemas embebidos</a:t>
            </a:r>
            <a:r>
              <a:rPr lang="es-MX" dirty="0"/>
              <a:t>.</a:t>
            </a:r>
          </a:p>
          <a:p>
            <a:endParaRPr lang="es-MX" dirty="0"/>
          </a:p>
        </p:txBody>
      </p:sp>
      <p:pic>
        <p:nvPicPr>
          <p:cNvPr id="8" name="Marcador de contenido 7">
            <a:extLst>
              <a:ext uri="{FF2B5EF4-FFF2-40B4-BE49-F238E27FC236}">
                <a16:creationId xmlns:a16="http://schemas.microsoft.com/office/drawing/2014/main" id="{D6E5EA29-C32A-4553-9ADF-35465BC951EF}"/>
              </a:ext>
            </a:extLst>
          </p:cNvPr>
          <p:cNvPicPr>
            <a:picLocks noGrp="1" noChangeAspect="1"/>
          </p:cNvPicPr>
          <p:nvPr>
            <p:ph sz="half" idx="1"/>
          </p:nvPr>
        </p:nvPicPr>
        <p:blipFill>
          <a:blip r:embed="rId3"/>
          <a:stretch>
            <a:fillRect/>
          </a:stretch>
        </p:blipFill>
        <p:spPr>
          <a:xfrm>
            <a:off x="438053" y="2162729"/>
            <a:ext cx="5565531" cy="3334687"/>
          </a:xfrm>
          <a:prstGeom prst="rect">
            <a:avLst/>
          </a:prstGeom>
        </p:spPr>
      </p:pic>
    </p:spTree>
    <p:extLst>
      <p:ext uri="{BB962C8B-B14F-4D97-AF65-F5344CB8AC3E}">
        <p14:creationId xmlns:p14="http://schemas.microsoft.com/office/powerpoint/2010/main" val="4976075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ángulo 12">
            <a:extLst>
              <a:ext uri="{FF2B5EF4-FFF2-40B4-BE49-F238E27FC236}">
                <a16:creationId xmlns:a16="http://schemas.microsoft.com/office/drawing/2014/main" id="{4AE9D071-98CF-435C-BD2B-976514544D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pic>
        <p:nvPicPr>
          <p:cNvPr id="8" name="Marcador de contenido 4" descr="Números digitales">
            <a:extLst>
              <a:ext uri="{FF2B5EF4-FFF2-40B4-BE49-F238E27FC236}">
                <a16:creationId xmlns:a16="http://schemas.microsoft.com/office/drawing/2014/main" id="{EA70616B-E344-4856-8DF9-707C26236613}"/>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t="10681" r="9091" b="12711"/>
          <a:stretch/>
        </p:blipFill>
        <p:spPr>
          <a:xfrm>
            <a:off x="20" y="10"/>
            <a:ext cx="12191980" cy="6857990"/>
          </a:xfrm>
          <a:prstGeom prst="rect">
            <a:avLst/>
          </a:prstGeom>
        </p:spPr>
      </p:pic>
      <p:grpSp>
        <p:nvGrpSpPr>
          <p:cNvPr id="15" name="Grupo 14">
            <a:extLst>
              <a:ext uri="{FF2B5EF4-FFF2-40B4-BE49-F238E27FC236}">
                <a16:creationId xmlns:a16="http://schemas.microsoft.com/office/drawing/2014/main" id="{D619FC33-16ED-4246-9596-BEFEB55E4CF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38067" y="457200"/>
            <a:ext cx="7507083" cy="5935132"/>
            <a:chOff x="438067" y="457200"/>
            <a:chExt cx="7507083" cy="5935132"/>
          </a:xfrm>
        </p:grpSpPr>
        <p:sp>
          <p:nvSpPr>
            <p:cNvPr id="16" name="Rectángulo 15">
              <a:extLst>
                <a:ext uri="{FF2B5EF4-FFF2-40B4-BE49-F238E27FC236}">
                  <a16:creationId xmlns:a16="http://schemas.microsoft.com/office/drawing/2014/main" id="{2EEA80E1-F99F-4009-837F-2F72F8A5D5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8067" y="618067"/>
              <a:ext cx="7503665" cy="5774265"/>
            </a:xfrm>
            <a:prstGeom prst="rect">
              <a:avLst/>
            </a:prstGeom>
            <a:solidFill>
              <a:schemeClr val="accent1">
                <a:alpha val="97000"/>
              </a:schemeClr>
            </a:solidFill>
            <a:ln w="6350" cmpd="sng">
              <a:noFill/>
            </a:ln>
            <a:effectLst/>
          </p:spPr>
          <p:style>
            <a:lnRef idx="1">
              <a:schemeClr val="accent1"/>
            </a:lnRef>
            <a:fillRef idx="3">
              <a:schemeClr val="accent1"/>
            </a:fillRef>
            <a:effectRef idx="2">
              <a:schemeClr val="accent1"/>
            </a:effectRef>
            <a:fontRef idx="minor">
              <a:schemeClr val="lt1"/>
            </a:fontRef>
          </p:style>
        </p:sp>
        <p:sp>
          <p:nvSpPr>
            <p:cNvPr id="17" name="Rectángulo 16">
              <a:extLst>
                <a:ext uri="{FF2B5EF4-FFF2-40B4-BE49-F238E27FC236}">
                  <a16:creationId xmlns:a16="http://schemas.microsoft.com/office/drawing/2014/main" id="{0230AF9A-4641-4BD8-9F95-9607CD3040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8068"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8" name="Rectángulo 17">
              <a:extLst>
                <a:ext uri="{FF2B5EF4-FFF2-40B4-BE49-F238E27FC236}">
                  <a16:creationId xmlns:a16="http://schemas.microsoft.com/office/drawing/2014/main" id="{8703D4EC-9389-41B6-B88B-B6FDC8CD33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grpSp>
      <p:sp>
        <p:nvSpPr>
          <p:cNvPr id="2" name="Título 1">
            <a:extLst>
              <a:ext uri="{FF2B5EF4-FFF2-40B4-BE49-F238E27FC236}">
                <a16:creationId xmlns:a16="http://schemas.microsoft.com/office/drawing/2014/main" id="{7F2616EE-270D-4F4C-BA1F-2708D387B800}"/>
              </a:ext>
            </a:extLst>
          </p:cNvPr>
          <p:cNvSpPr>
            <a:spLocks noGrp="1"/>
          </p:cNvSpPr>
          <p:nvPr>
            <p:ph type="title"/>
          </p:nvPr>
        </p:nvSpPr>
        <p:spPr>
          <a:xfrm>
            <a:off x="534588" y="305690"/>
            <a:ext cx="7213600" cy="1121871"/>
          </a:xfrm>
        </p:spPr>
        <p:txBody>
          <a:bodyPr rtlCol="0" anchor="ctr">
            <a:normAutofit/>
          </a:bodyPr>
          <a:lstStyle/>
          <a:p>
            <a:pPr algn="ctr" rtl="0"/>
            <a:r>
              <a:rPr lang="es-ES" dirty="0"/>
              <a:t>Arquitectura Maestro–Esclavo</a:t>
            </a:r>
          </a:p>
        </p:txBody>
      </p:sp>
      <p:graphicFrame>
        <p:nvGraphicFramePr>
          <p:cNvPr id="6" name="Marcador de contenido 5" descr="SmartArt">
            <a:extLst>
              <a:ext uri="{FF2B5EF4-FFF2-40B4-BE49-F238E27FC236}">
                <a16:creationId xmlns:a16="http://schemas.microsoft.com/office/drawing/2014/main" id="{BF629521-FFD2-45DA-9D1D-A5F09BD5A2D9}"/>
              </a:ext>
            </a:extLst>
          </p:cNvPr>
          <p:cNvGraphicFramePr>
            <a:graphicFrameLocks noGrp="1"/>
          </p:cNvGraphicFramePr>
          <p:nvPr>
            <p:ph idx="1"/>
            <p:extLst>
              <p:ext uri="{D42A27DB-BD31-4B8C-83A1-F6EECF244321}">
                <p14:modId xmlns:p14="http://schemas.microsoft.com/office/powerpoint/2010/main" val="2459456819"/>
              </p:ext>
            </p:extLst>
          </p:nvPr>
        </p:nvGraphicFramePr>
        <p:xfrm>
          <a:off x="719571" y="2198254"/>
          <a:ext cx="6854248" cy="356393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11" name="CuadroTexto 10">
            <a:extLst>
              <a:ext uri="{FF2B5EF4-FFF2-40B4-BE49-F238E27FC236}">
                <a16:creationId xmlns:a16="http://schemas.microsoft.com/office/drawing/2014/main" id="{8C492552-1071-47C0-8679-8494F30DC967}"/>
              </a:ext>
            </a:extLst>
          </p:cNvPr>
          <p:cNvSpPr txBox="1"/>
          <p:nvPr/>
        </p:nvSpPr>
        <p:spPr>
          <a:xfrm>
            <a:off x="1154353" y="1166697"/>
            <a:ext cx="6174954" cy="1200329"/>
          </a:xfrm>
          <a:prstGeom prst="rect">
            <a:avLst/>
          </a:prstGeom>
          <a:noFill/>
        </p:spPr>
        <p:txBody>
          <a:bodyPr wrap="square">
            <a:spAutoFit/>
          </a:bodyPr>
          <a:lstStyle/>
          <a:p>
            <a:r>
              <a:rPr lang="es-MX" dirty="0">
                <a:solidFill>
                  <a:schemeClr val="bg1"/>
                </a:solidFill>
              </a:rPr>
              <a:t>El protocolo SPI utiliza una arquitectura </a:t>
            </a:r>
            <a:r>
              <a:rPr lang="es-MX" b="1" dirty="0">
                <a:solidFill>
                  <a:schemeClr val="bg1"/>
                </a:solidFill>
              </a:rPr>
              <a:t>Maestro–Esclavo</a:t>
            </a:r>
            <a:r>
              <a:rPr lang="es-MX" dirty="0">
                <a:solidFill>
                  <a:schemeClr val="bg1"/>
                </a:solidFill>
              </a:rPr>
              <a:t>.</a:t>
            </a:r>
          </a:p>
          <a:p>
            <a:endParaRPr lang="es-MX" dirty="0">
              <a:solidFill>
                <a:schemeClr val="bg1"/>
              </a:solidFill>
            </a:endParaRPr>
          </a:p>
          <a:p>
            <a:r>
              <a:rPr lang="es-MX" dirty="0">
                <a:solidFill>
                  <a:schemeClr val="bg1"/>
                </a:solidFill>
              </a:rPr>
              <a:t>El </a:t>
            </a:r>
            <a:r>
              <a:rPr lang="es-MX" b="1" dirty="0">
                <a:solidFill>
                  <a:schemeClr val="bg1"/>
                </a:solidFill>
              </a:rPr>
              <a:t>maestro</a:t>
            </a:r>
            <a:r>
              <a:rPr lang="es-MX" dirty="0">
                <a:solidFill>
                  <a:schemeClr val="bg1"/>
                </a:solidFill>
              </a:rPr>
              <a:t> controla la comunicación y genera la señal de reloj.</a:t>
            </a:r>
          </a:p>
          <a:p>
            <a:r>
              <a:rPr lang="es-MX" dirty="0">
                <a:solidFill>
                  <a:schemeClr val="bg1"/>
                </a:solidFill>
              </a:rPr>
              <a:t>Las líneas principales son:</a:t>
            </a:r>
          </a:p>
        </p:txBody>
      </p:sp>
    </p:spTree>
    <p:extLst>
      <p:ext uri="{BB962C8B-B14F-4D97-AF65-F5344CB8AC3E}">
        <p14:creationId xmlns:p14="http://schemas.microsoft.com/office/powerpoint/2010/main" val="42093220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ángulo 9">
            <a:extLst>
              <a:ext uri="{FF2B5EF4-FFF2-40B4-BE49-F238E27FC236}">
                <a16:creationId xmlns:a16="http://schemas.microsoft.com/office/drawing/2014/main" id="{379F11E2-8BA5-4C5C-AE7C-361E5EA011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12" name="Rectángulo 11">
            <a:extLst>
              <a:ext uri="{FF2B5EF4-FFF2-40B4-BE49-F238E27FC236}">
                <a16:creationId xmlns:a16="http://schemas.microsoft.com/office/drawing/2014/main" id="{7C00E1DA-EC7C-40FC-95E3-11FDCD2E42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723899"/>
            <a:ext cx="3703320" cy="566666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grpSp>
        <p:nvGrpSpPr>
          <p:cNvPr id="14" name="Grupo 13">
            <a:extLst>
              <a:ext uri="{FF2B5EF4-FFF2-40B4-BE49-F238E27FC236}">
                <a16:creationId xmlns:a16="http://schemas.microsoft.com/office/drawing/2014/main" id="{9A421166-2996-41A7-B094-AE5316F347D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46534" y="453643"/>
            <a:ext cx="11298933" cy="98554"/>
            <a:chOff x="446534" y="453643"/>
            <a:chExt cx="11298933" cy="98554"/>
          </a:xfrm>
        </p:grpSpPr>
        <p:sp>
          <p:nvSpPr>
            <p:cNvPr id="15" name="Rectángulo 14">
              <a:extLst>
                <a:ext uri="{FF2B5EF4-FFF2-40B4-BE49-F238E27FC236}">
                  <a16:creationId xmlns:a16="http://schemas.microsoft.com/office/drawing/2014/main" id="{FDBB1B92-A3EB-43E4-8FAB-D20E8ED14C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6" name="Rectángulo 15">
              <a:extLst>
                <a:ext uri="{FF2B5EF4-FFF2-40B4-BE49-F238E27FC236}">
                  <a16:creationId xmlns:a16="http://schemas.microsoft.com/office/drawing/2014/main" id="{3F3972F4-FE7E-48EA-AAD8-9BE5750A66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7" name="Rectángulo 16">
              <a:extLst>
                <a:ext uri="{FF2B5EF4-FFF2-40B4-BE49-F238E27FC236}">
                  <a16:creationId xmlns:a16="http://schemas.microsoft.com/office/drawing/2014/main" id="{221614E5-870B-4D5E-A43B-8FF7E53234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grpSp>
      <p:sp>
        <p:nvSpPr>
          <p:cNvPr id="2" name="Título 1">
            <a:extLst>
              <a:ext uri="{FF2B5EF4-FFF2-40B4-BE49-F238E27FC236}">
                <a16:creationId xmlns:a16="http://schemas.microsoft.com/office/drawing/2014/main" id="{0F87E73C-2B1A-4602-BFBE-CFE1E55D9B38}"/>
              </a:ext>
            </a:extLst>
          </p:cNvPr>
          <p:cNvSpPr>
            <a:spLocks noGrp="1"/>
          </p:cNvSpPr>
          <p:nvPr>
            <p:ph type="ctrTitle"/>
          </p:nvPr>
        </p:nvSpPr>
        <p:spPr>
          <a:xfrm>
            <a:off x="8077911" y="717924"/>
            <a:ext cx="3665659" cy="1260070"/>
          </a:xfrm>
        </p:spPr>
        <p:txBody>
          <a:bodyPr rtlCol="0">
            <a:normAutofit/>
          </a:bodyPr>
          <a:lstStyle/>
          <a:p>
            <a:pPr rtl="0"/>
            <a:r>
              <a:rPr lang="es-ES" dirty="0">
                <a:solidFill>
                  <a:srgbClr val="FFFFFF"/>
                </a:solidFill>
              </a:rPr>
              <a:t>Arquitectura del sistema</a:t>
            </a:r>
          </a:p>
        </p:txBody>
      </p:sp>
      <p:sp>
        <p:nvSpPr>
          <p:cNvPr id="13" name="Marcador de contenido 3">
            <a:extLst>
              <a:ext uri="{FF2B5EF4-FFF2-40B4-BE49-F238E27FC236}">
                <a16:creationId xmlns:a16="http://schemas.microsoft.com/office/drawing/2014/main" id="{5B4CE600-2A20-460F-8A6F-384827E65124}"/>
              </a:ext>
            </a:extLst>
          </p:cNvPr>
          <p:cNvSpPr txBox="1">
            <a:spLocks/>
          </p:cNvSpPr>
          <p:nvPr/>
        </p:nvSpPr>
        <p:spPr>
          <a:xfrm>
            <a:off x="8262651" y="1972019"/>
            <a:ext cx="3348158" cy="3889031"/>
          </a:xfrm>
          <a:prstGeom prst="rect">
            <a:avLst/>
          </a:prstGeom>
        </p:spPr>
        <p:txBody>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a:buFontTx/>
              <a:buChar char="-"/>
            </a:pPr>
            <a:r>
              <a:rPr lang="es-MX" dirty="0">
                <a:solidFill>
                  <a:schemeClr val="bg1"/>
                </a:solidFill>
              </a:rPr>
              <a:t>1 módulo maestro SPI</a:t>
            </a:r>
          </a:p>
          <a:p>
            <a:pPr>
              <a:buFontTx/>
              <a:buChar char="-"/>
            </a:pPr>
            <a:r>
              <a:rPr lang="es-MX" dirty="0">
                <a:solidFill>
                  <a:schemeClr val="bg1"/>
                </a:solidFill>
              </a:rPr>
              <a:t>3 módulos esclavo SPI </a:t>
            </a:r>
          </a:p>
          <a:p>
            <a:pPr>
              <a:buFontTx/>
              <a:buChar char="-"/>
            </a:pPr>
            <a:r>
              <a:rPr lang="es-MX" dirty="0">
                <a:solidFill>
                  <a:schemeClr val="bg1"/>
                </a:solidFill>
              </a:rPr>
              <a:t>1 módulo superior llamado </a:t>
            </a:r>
            <a:r>
              <a:rPr lang="es-MX" dirty="0" err="1">
                <a:solidFill>
                  <a:schemeClr val="bg1"/>
                </a:solidFill>
              </a:rPr>
              <a:t>SPI_top</a:t>
            </a:r>
            <a:endParaRPr lang="es-MX" dirty="0">
              <a:solidFill>
                <a:schemeClr val="bg1"/>
              </a:solidFill>
            </a:endParaRPr>
          </a:p>
          <a:p>
            <a:pPr>
              <a:buFontTx/>
              <a:buChar char="-"/>
            </a:pPr>
            <a:r>
              <a:rPr lang="es-MX" dirty="0">
                <a:solidFill>
                  <a:schemeClr val="bg1"/>
                </a:solidFill>
              </a:rPr>
              <a:t>1 </a:t>
            </a:r>
            <a:r>
              <a:rPr lang="es-MX" dirty="0" err="1">
                <a:solidFill>
                  <a:schemeClr val="bg1"/>
                </a:solidFill>
              </a:rPr>
              <a:t>testbench</a:t>
            </a:r>
            <a:r>
              <a:rPr lang="es-MX" dirty="0">
                <a:solidFill>
                  <a:schemeClr val="bg1"/>
                </a:solidFill>
              </a:rPr>
              <a:t> para simulación</a:t>
            </a:r>
          </a:p>
          <a:p>
            <a:pPr marL="0" indent="0">
              <a:buNone/>
            </a:pPr>
            <a:r>
              <a:rPr lang="es-MX" dirty="0">
                <a:solidFill>
                  <a:schemeClr val="bg1"/>
                </a:solidFill>
              </a:rPr>
              <a:t>Los esclavos no están activos al mismo tiempo. El maestro baja una sola línea SS y deja las otras en alto. Eso asegura que solo uno participe en cada transferencia.</a:t>
            </a:r>
          </a:p>
        </p:txBody>
      </p:sp>
      <p:sp>
        <p:nvSpPr>
          <p:cNvPr id="18" name="CuadroTexto 17">
            <a:extLst>
              <a:ext uri="{FF2B5EF4-FFF2-40B4-BE49-F238E27FC236}">
                <a16:creationId xmlns:a16="http://schemas.microsoft.com/office/drawing/2014/main" id="{03846223-13DF-442E-95E0-A43E0EE415B4}"/>
              </a:ext>
            </a:extLst>
          </p:cNvPr>
          <p:cNvSpPr txBox="1"/>
          <p:nvPr/>
        </p:nvSpPr>
        <p:spPr>
          <a:xfrm>
            <a:off x="4284118" y="717924"/>
            <a:ext cx="3665659" cy="5232202"/>
          </a:xfrm>
          <a:prstGeom prst="rect">
            <a:avLst/>
          </a:prstGeom>
          <a:noFill/>
        </p:spPr>
        <p:txBody>
          <a:bodyPr wrap="square">
            <a:spAutoFit/>
          </a:bodyPr>
          <a:lstStyle/>
          <a:p>
            <a:r>
              <a:rPr lang="es-MX" sz="2800" b="1" dirty="0">
                <a:latin typeface="+mj-lt"/>
              </a:rPr>
              <a:t> ¿Por qué usar 3 </a:t>
            </a:r>
            <a:r>
              <a:rPr lang="es-MX" sz="2800" b="1" dirty="0" err="1">
                <a:latin typeface="+mj-lt"/>
              </a:rPr>
              <a:t>slaves</a:t>
            </a:r>
            <a:r>
              <a:rPr lang="es-MX" sz="2800" b="1" dirty="0">
                <a:latin typeface="+mj-lt"/>
              </a:rPr>
              <a:t>?</a:t>
            </a:r>
          </a:p>
          <a:p>
            <a:endParaRPr lang="es-MX" dirty="0"/>
          </a:p>
          <a:p>
            <a:r>
              <a:rPr lang="es-MX" dirty="0"/>
              <a:t>Esta versión muestra mejor cómo funciona SPI en un caso real. </a:t>
            </a:r>
          </a:p>
          <a:p>
            <a:endParaRPr lang="es-MX" dirty="0"/>
          </a:p>
          <a:p>
            <a:r>
              <a:rPr lang="es-MX" dirty="0"/>
              <a:t>En muchos sistemas embebidos un microcontrolador o una FPGA se comunica con varios periféricos usando el mismo reloj y la misma línea de datos de entrada y salida, pero activando uno por uno.</a:t>
            </a:r>
          </a:p>
          <a:p>
            <a:endParaRPr lang="es-MX" dirty="0"/>
          </a:p>
          <a:p>
            <a:r>
              <a:rPr lang="es-MX" dirty="0"/>
              <a:t>Este diseño sirve para explicar la diferencia entre:</a:t>
            </a:r>
          </a:p>
          <a:p>
            <a:pPr marL="285750" indent="-285750">
              <a:buFontTx/>
              <a:buChar char="-"/>
            </a:pPr>
            <a:r>
              <a:rPr lang="es-MX" dirty="0"/>
              <a:t>señales compartidas</a:t>
            </a:r>
          </a:p>
          <a:p>
            <a:pPr marL="285750" indent="-285750">
              <a:buFontTx/>
              <a:buChar char="-"/>
            </a:pPr>
            <a:r>
              <a:rPr lang="es-MX" dirty="0"/>
              <a:t>señales exclusivas de selección</a:t>
            </a:r>
          </a:p>
        </p:txBody>
      </p:sp>
      <p:pic>
        <p:nvPicPr>
          <p:cNvPr id="3" name="Imagen 2">
            <a:extLst>
              <a:ext uri="{FF2B5EF4-FFF2-40B4-BE49-F238E27FC236}">
                <a16:creationId xmlns:a16="http://schemas.microsoft.com/office/drawing/2014/main" id="{A358ADA8-D582-4DCF-BB7A-D62A53471B54}"/>
              </a:ext>
            </a:extLst>
          </p:cNvPr>
          <p:cNvPicPr>
            <a:picLocks noChangeAspect="1"/>
          </p:cNvPicPr>
          <p:nvPr/>
        </p:nvPicPr>
        <p:blipFill>
          <a:blip r:embed="rId3"/>
          <a:stretch>
            <a:fillRect/>
          </a:stretch>
        </p:blipFill>
        <p:spPr>
          <a:xfrm>
            <a:off x="182978" y="548640"/>
            <a:ext cx="4052641" cy="5666665"/>
          </a:xfrm>
          <a:prstGeom prst="rect">
            <a:avLst/>
          </a:prstGeom>
        </p:spPr>
      </p:pic>
    </p:spTree>
    <p:extLst>
      <p:ext uri="{BB962C8B-B14F-4D97-AF65-F5344CB8AC3E}">
        <p14:creationId xmlns:p14="http://schemas.microsoft.com/office/powerpoint/2010/main" val="17010820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ángulo 12">
            <a:extLst>
              <a:ext uri="{FF2B5EF4-FFF2-40B4-BE49-F238E27FC236}">
                <a16:creationId xmlns:a16="http://schemas.microsoft.com/office/drawing/2014/main" id="{4AE9D071-98CF-435C-BD2B-976514544D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pic>
        <p:nvPicPr>
          <p:cNvPr id="8" name="Marcador de contenido 4" descr="Números digitales">
            <a:extLst>
              <a:ext uri="{FF2B5EF4-FFF2-40B4-BE49-F238E27FC236}">
                <a16:creationId xmlns:a16="http://schemas.microsoft.com/office/drawing/2014/main" id="{EA70616B-E344-4856-8DF9-707C26236613}"/>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t="10681" r="9091" b="12711"/>
          <a:stretch/>
        </p:blipFill>
        <p:spPr>
          <a:xfrm>
            <a:off x="20" y="10"/>
            <a:ext cx="12191980" cy="6857990"/>
          </a:xfrm>
          <a:prstGeom prst="rect">
            <a:avLst/>
          </a:prstGeom>
        </p:spPr>
      </p:pic>
      <p:grpSp>
        <p:nvGrpSpPr>
          <p:cNvPr id="15" name="Grupo 14">
            <a:extLst>
              <a:ext uri="{FF2B5EF4-FFF2-40B4-BE49-F238E27FC236}">
                <a16:creationId xmlns:a16="http://schemas.microsoft.com/office/drawing/2014/main" id="{D619FC33-16ED-4246-9596-BEFEB55E4CF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38067" y="457200"/>
            <a:ext cx="7507083" cy="5935132"/>
            <a:chOff x="438067" y="457200"/>
            <a:chExt cx="7507083" cy="5935132"/>
          </a:xfrm>
        </p:grpSpPr>
        <p:sp>
          <p:nvSpPr>
            <p:cNvPr id="16" name="Rectángulo 15">
              <a:extLst>
                <a:ext uri="{FF2B5EF4-FFF2-40B4-BE49-F238E27FC236}">
                  <a16:creationId xmlns:a16="http://schemas.microsoft.com/office/drawing/2014/main" id="{2EEA80E1-F99F-4009-837F-2F72F8A5D5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8067" y="618067"/>
              <a:ext cx="7503665" cy="5774265"/>
            </a:xfrm>
            <a:prstGeom prst="rect">
              <a:avLst/>
            </a:prstGeom>
            <a:solidFill>
              <a:schemeClr val="accent1">
                <a:alpha val="97000"/>
              </a:schemeClr>
            </a:solidFill>
            <a:ln w="6350" cmpd="sng">
              <a:noFill/>
            </a:ln>
            <a:effectLst/>
          </p:spPr>
          <p:style>
            <a:lnRef idx="1">
              <a:schemeClr val="accent1"/>
            </a:lnRef>
            <a:fillRef idx="3">
              <a:schemeClr val="accent1"/>
            </a:fillRef>
            <a:effectRef idx="2">
              <a:schemeClr val="accent1"/>
            </a:effectRef>
            <a:fontRef idx="minor">
              <a:schemeClr val="lt1"/>
            </a:fontRef>
          </p:style>
        </p:sp>
        <p:sp>
          <p:nvSpPr>
            <p:cNvPr id="17" name="Rectángulo 16">
              <a:extLst>
                <a:ext uri="{FF2B5EF4-FFF2-40B4-BE49-F238E27FC236}">
                  <a16:creationId xmlns:a16="http://schemas.microsoft.com/office/drawing/2014/main" id="{0230AF9A-4641-4BD8-9F95-9607CD3040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8068"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8" name="Rectángulo 17">
              <a:extLst>
                <a:ext uri="{FF2B5EF4-FFF2-40B4-BE49-F238E27FC236}">
                  <a16:creationId xmlns:a16="http://schemas.microsoft.com/office/drawing/2014/main" id="{8703D4EC-9389-41B6-B88B-B6FDC8CD33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grpSp>
      <p:sp>
        <p:nvSpPr>
          <p:cNvPr id="2" name="Título 1">
            <a:extLst>
              <a:ext uri="{FF2B5EF4-FFF2-40B4-BE49-F238E27FC236}">
                <a16:creationId xmlns:a16="http://schemas.microsoft.com/office/drawing/2014/main" id="{7F2616EE-270D-4F4C-BA1F-2708D387B800}"/>
              </a:ext>
            </a:extLst>
          </p:cNvPr>
          <p:cNvSpPr>
            <a:spLocks noGrp="1"/>
          </p:cNvSpPr>
          <p:nvPr>
            <p:ph type="title"/>
          </p:nvPr>
        </p:nvSpPr>
        <p:spPr>
          <a:xfrm>
            <a:off x="367736" y="331447"/>
            <a:ext cx="7748188" cy="1121871"/>
          </a:xfrm>
        </p:spPr>
        <p:txBody>
          <a:bodyPr rtlCol="0" anchor="ctr">
            <a:normAutofit/>
          </a:bodyPr>
          <a:lstStyle/>
          <a:p>
            <a:pPr algn="ctr" rtl="0"/>
            <a:r>
              <a:rPr lang="es-ES" dirty="0" err="1"/>
              <a:t>Explicacion</a:t>
            </a:r>
            <a:r>
              <a:rPr lang="es-ES" dirty="0"/>
              <a:t> del diagrama de bloques</a:t>
            </a:r>
          </a:p>
        </p:txBody>
      </p:sp>
      <p:graphicFrame>
        <p:nvGraphicFramePr>
          <p:cNvPr id="6" name="Marcador de contenido 5" descr="SmartArt">
            <a:extLst>
              <a:ext uri="{FF2B5EF4-FFF2-40B4-BE49-F238E27FC236}">
                <a16:creationId xmlns:a16="http://schemas.microsoft.com/office/drawing/2014/main" id="{BF629521-FFD2-45DA-9D1D-A5F09BD5A2D9}"/>
              </a:ext>
            </a:extLst>
          </p:cNvPr>
          <p:cNvGraphicFramePr>
            <a:graphicFrameLocks noGrp="1"/>
          </p:cNvGraphicFramePr>
          <p:nvPr>
            <p:ph idx="1"/>
            <p:extLst>
              <p:ext uri="{D42A27DB-BD31-4B8C-83A1-F6EECF244321}">
                <p14:modId xmlns:p14="http://schemas.microsoft.com/office/powerpoint/2010/main" val="2425060795"/>
              </p:ext>
            </p:extLst>
          </p:nvPr>
        </p:nvGraphicFramePr>
        <p:xfrm>
          <a:off x="719571" y="2198254"/>
          <a:ext cx="6854248" cy="356393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11" name="CuadroTexto 10">
            <a:extLst>
              <a:ext uri="{FF2B5EF4-FFF2-40B4-BE49-F238E27FC236}">
                <a16:creationId xmlns:a16="http://schemas.microsoft.com/office/drawing/2014/main" id="{8C492552-1071-47C0-8679-8494F30DC967}"/>
              </a:ext>
            </a:extLst>
          </p:cNvPr>
          <p:cNvSpPr txBox="1"/>
          <p:nvPr/>
        </p:nvSpPr>
        <p:spPr>
          <a:xfrm>
            <a:off x="926493" y="1320210"/>
            <a:ext cx="6429789" cy="4524315"/>
          </a:xfrm>
          <a:prstGeom prst="rect">
            <a:avLst/>
          </a:prstGeom>
          <a:noFill/>
        </p:spPr>
        <p:txBody>
          <a:bodyPr wrap="square">
            <a:spAutoFit/>
          </a:bodyPr>
          <a:lstStyle/>
          <a:p>
            <a:r>
              <a:rPr lang="es-MX" sz="2400" dirty="0">
                <a:solidFill>
                  <a:schemeClr val="bg1"/>
                </a:solidFill>
              </a:rPr>
              <a:t>En el centro del sistema está el maestro SPI. De él salen tres señales de selección: ss1, ss2 y ss3, una para cada esclavo.</a:t>
            </a:r>
          </a:p>
          <a:p>
            <a:endParaRPr lang="es-MX" sz="2400" dirty="0">
              <a:solidFill>
                <a:schemeClr val="bg1"/>
              </a:solidFill>
            </a:endParaRPr>
          </a:p>
          <a:p>
            <a:r>
              <a:rPr lang="es-MX" sz="2400" dirty="0">
                <a:solidFill>
                  <a:schemeClr val="bg1"/>
                </a:solidFill>
              </a:rPr>
              <a:t>Además, el maestro comparte la línea MOSI y la línea SCLK con los tres esclavos. </a:t>
            </a:r>
          </a:p>
          <a:p>
            <a:endParaRPr lang="es-MX" sz="2400" dirty="0">
              <a:solidFill>
                <a:schemeClr val="bg1"/>
              </a:solidFill>
            </a:endParaRPr>
          </a:p>
          <a:p>
            <a:r>
              <a:rPr lang="es-MX" sz="2400" dirty="0">
                <a:solidFill>
                  <a:schemeClr val="bg1"/>
                </a:solidFill>
              </a:rPr>
              <a:t>Cada esclavo tiene su propia salida MISO interna, pero en el módulo superior solo pasa al maestro la del esclavo que esté seleccionado. De esta manera se evita conflicto y se conserva la lógica normal del protocolo SPI.</a:t>
            </a:r>
          </a:p>
        </p:txBody>
      </p:sp>
    </p:spTree>
    <p:extLst>
      <p:ext uri="{BB962C8B-B14F-4D97-AF65-F5344CB8AC3E}">
        <p14:creationId xmlns:p14="http://schemas.microsoft.com/office/powerpoint/2010/main" val="18652290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ángulo 9">
            <a:extLst>
              <a:ext uri="{FF2B5EF4-FFF2-40B4-BE49-F238E27FC236}">
                <a16:creationId xmlns:a16="http://schemas.microsoft.com/office/drawing/2014/main" id="{379F11E2-8BA5-4C5C-AE7C-361E5EA011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12" name="Rectángulo 11">
            <a:extLst>
              <a:ext uri="{FF2B5EF4-FFF2-40B4-BE49-F238E27FC236}">
                <a16:creationId xmlns:a16="http://schemas.microsoft.com/office/drawing/2014/main" id="{7C00E1DA-EC7C-40FC-95E3-11FDCD2E42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723899"/>
            <a:ext cx="3703320" cy="566666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grpSp>
        <p:nvGrpSpPr>
          <p:cNvPr id="14" name="Grupo 13">
            <a:extLst>
              <a:ext uri="{FF2B5EF4-FFF2-40B4-BE49-F238E27FC236}">
                <a16:creationId xmlns:a16="http://schemas.microsoft.com/office/drawing/2014/main" id="{9A421166-2996-41A7-B094-AE5316F347D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46534" y="453643"/>
            <a:ext cx="11298933" cy="98554"/>
            <a:chOff x="446534" y="453643"/>
            <a:chExt cx="11298933" cy="98554"/>
          </a:xfrm>
        </p:grpSpPr>
        <p:sp>
          <p:nvSpPr>
            <p:cNvPr id="15" name="Rectángulo 14">
              <a:extLst>
                <a:ext uri="{FF2B5EF4-FFF2-40B4-BE49-F238E27FC236}">
                  <a16:creationId xmlns:a16="http://schemas.microsoft.com/office/drawing/2014/main" id="{FDBB1B92-A3EB-43E4-8FAB-D20E8ED14C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6" name="Rectángulo 15">
              <a:extLst>
                <a:ext uri="{FF2B5EF4-FFF2-40B4-BE49-F238E27FC236}">
                  <a16:creationId xmlns:a16="http://schemas.microsoft.com/office/drawing/2014/main" id="{3F3972F4-FE7E-48EA-AAD8-9BE5750A66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7" name="Rectángulo 16">
              <a:extLst>
                <a:ext uri="{FF2B5EF4-FFF2-40B4-BE49-F238E27FC236}">
                  <a16:creationId xmlns:a16="http://schemas.microsoft.com/office/drawing/2014/main" id="{221614E5-870B-4D5E-A43B-8FF7E53234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grpSp>
      <p:sp>
        <p:nvSpPr>
          <p:cNvPr id="2" name="Título 1">
            <a:extLst>
              <a:ext uri="{FF2B5EF4-FFF2-40B4-BE49-F238E27FC236}">
                <a16:creationId xmlns:a16="http://schemas.microsoft.com/office/drawing/2014/main" id="{0F87E73C-2B1A-4602-BFBE-CFE1E55D9B38}"/>
              </a:ext>
            </a:extLst>
          </p:cNvPr>
          <p:cNvSpPr>
            <a:spLocks noGrp="1"/>
          </p:cNvSpPr>
          <p:nvPr>
            <p:ph type="ctrTitle"/>
          </p:nvPr>
        </p:nvSpPr>
        <p:spPr>
          <a:xfrm>
            <a:off x="8353019" y="723899"/>
            <a:ext cx="3081576" cy="1260070"/>
          </a:xfrm>
        </p:spPr>
        <p:txBody>
          <a:bodyPr rtlCol="0">
            <a:normAutofit/>
          </a:bodyPr>
          <a:lstStyle/>
          <a:p>
            <a:pPr rtl="0"/>
            <a:r>
              <a:rPr lang="es-ES" dirty="0">
                <a:solidFill>
                  <a:srgbClr val="FFFFFF"/>
                </a:solidFill>
              </a:rPr>
              <a:t>Modos CPOL/CPHA</a:t>
            </a:r>
          </a:p>
        </p:txBody>
      </p:sp>
      <p:sp>
        <p:nvSpPr>
          <p:cNvPr id="13" name="Marcador de contenido 3">
            <a:extLst>
              <a:ext uri="{FF2B5EF4-FFF2-40B4-BE49-F238E27FC236}">
                <a16:creationId xmlns:a16="http://schemas.microsoft.com/office/drawing/2014/main" id="{5B4CE600-2A20-460F-8A6F-384827E65124}"/>
              </a:ext>
            </a:extLst>
          </p:cNvPr>
          <p:cNvSpPr txBox="1">
            <a:spLocks/>
          </p:cNvSpPr>
          <p:nvPr/>
        </p:nvSpPr>
        <p:spPr>
          <a:xfrm>
            <a:off x="8262651" y="1972019"/>
            <a:ext cx="3348158" cy="3889031"/>
          </a:xfrm>
          <a:prstGeom prst="rect">
            <a:avLst/>
          </a:prstGeom>
        </p:spPr>
        <p:txBody>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None/>
            </a:pPr>
            <a:r>
              <a:rPr lang="es-MX" dirty="0">
                <a:solidFill>
                  <a:schemeClr val="bg1"/>
                </a:solidFill>
              </a:rPr>
              <a:t>El protocolo SPI permite configurar la comunicación mediante dos parámetros importantes: </a:t>
            </a:r>
            <a:r>
              <a:rPr lang="es-MX" b="1" dirty="0">
                <a:solidFill>
                  <a:schemeClr val="bg1"/>
                </a:solidFill>
              </a:rPr>
              <a:t>CPOL (</a:t>
            </a:r>
            <a:r>
              <a:rPr lang="es-MX" b="1" dirty="0" err="1">
                <a:solidFill>
                  <a:schemeClr val="bg1"/>
                </a:solidFill>
              </a:rPr>
              <a:t>Clock</a:t>
            </a:r>
            <a:r>
              <a:rPr lang="es-MX" b="1" dirty="0">
                <a:solidFill>
                  <a:schemeClr val="bg1"/>
                </a:solidFill>
              </a:rPr>
              <a:t> </a:t>
            </a:r>
            <a:r>
              <a:rPr lang="es-MX" b="1" dirty="0" err="1">
                <a:solidFill>
                  <a:schemeClr val="bg1"/>
                </a:solidFill>
              </a:rPr>
              <a:t>Polarity</a:t>
            </a:r>
            <a:r>
              <a:rPr lang="es-MX" b="1" dirty="0">
                <a:solidFill>
                  <a:schemeClr val="bg1"/>
                </a:solidFill>
              </a:rPr>
              <a:t>)</a:t>
            </a:r>
            <a:r>
              <a:rPr lang="es-MX" dirty="0">
                <a:solidFill>
                  <a:schemeClr val="bg1"/>
                </a:solidFill>
              </a:rPr>
              <a:t> y </a:t>
            </a:r>
            <a:r>
              <a:rPr lang="es-MX" b="1" dirty="0">
                <a:solidFill>
                  <a:schemeClr val="bg1"/>
                </a:solidFill>
              </a:rPr>
              <a:t>CPHA (</a:t>
            </a:r>
            <a:r>
              <a:rPr lang="es-MX" b="1" dirty="0" err="1">
                <a:solidFill>
                  <a:schemeClr val="bg1"/>
                </a:solidFill>
              </a:rPr>
              <a:t>Clock</a:t>
            </a:r>
            <a:r>
              <a:rPr lang="es-MX" b="1" dirty="0">
                <a:solidFill>
                  <a:schemeClr val="bg1"/>
                </a:solidFill>
              </a:rPr>
              <a:t> </a:t>
            </a:r>
            <a:r>
              <a:rPr lang="es-MX" b="1" dirty="0" err="1">
                <a:solidFill>
                  <a:schemeClr val="bg1"/>
                </a:solidFill>
              </a:rPr>
              <a:t>Phase</a:t>
            </a:r>
            <a:r>
              <a:rPr lang="es-MX" b="1" dirty="0">
                <a:solidFill>
                  <a:schemeClr val="bg1"/>
                </a:solidFill>
              </a:rPr>
              <a:t>)</a:t>
            </a:r>
            <a:r>
              <a:rPr lang="es-MX" dirty="0">
                <a:solidFill>
                  <a:schemeClr val="bg1"/>
                </a:solidFill>
              </a:rPr>
              <a:t>. </a:t>
            </a:r>
          </a:p>
          <a:p>
            <a:pPr marL="0" indent="0">
              <a:buNone/>
            </a:pPr>
            <a:r>
              <a:rPr lang="es-MX" dirty="0">
                <a:solidFill>
                  <a:schemeClr val="bg1"/>
                </a:solidFill>
              </a:rPr>
              <a:t>Estos parámetros determinan cómo se comporta la señal de reloj y en qué momento se transmiten o capturan los datos.</a:t>
            </a:r>
          </a:p>
        </p:txBody>
      </p:sp>
      <p:sp>
        <p:nvSpPr>
          <p:cNvPr id="18" name="CuadroTexto 17">
            <a:extLst>
              <a:ext uri="{FF2B5EF4-FFF2-40B4-BE49-F238E27FC236}">
                <a16:creationId xmlns:a16="http://schemas.microsoft.com/office/drawing/2014/main" id="{03846223-13DF-442E-95E0-A43E0EE415B4}"/>
              </a:ext>
            </a:extLst>
          </p:cNvPr>
          <p:cNvSpPr txBox="1"/>
          <p:nvPr/>
        </p:nvSpPr>
        <p:spPr>
          <a:xfrm>
            <a:off x="4279491" y="723899"/>
            <a:ext cx="3665659" cy="4801314"/>
          </a:xfrm>
          <a:prstGeom prst="rect">
            <a:avLst/>
          </a:prstGeom>
          <a:noFill/>
        </p:spPr>
        <p:txBody>
          <a:bodyPr wrap="square">
            <a:spAutoFit/>
          </a:bodyPr>
          <a:lstStyle/>
          <a:p>
            <a:r>
              <a:rPr lang="es-MX" b="1" dirty="0"/>
              <a:t>CPOL (</a:t>
            </a:r>
            <a:r>
              <a:rPr lang="es-MX" b="1" dirty="0" err="1"/>
              <a:t>Clock</a:t>
            </a:r>
            <a:r>
              <a:rPr lang="es-MX" b="1" dirty="0"/>
              <a:t> </a:t>
            </a:r>
            <a:r>
              <a:rPr lang="es-MX" b="1" dirty="0" err="1"/>
              <a:t>Polarity</a:t>
            </a:r>
            <a:r>
              <a:rPr lang="es-MX" b="1" dirty="0"/>
              <a:t>)</a:t>
            </a:r>
            <a:r>
              <a:rPr lang="es-MX" dirty="0"/>
              <a:t> define el nivel lógico del reloj cuando la línea está en reposo. Si CPOL es 0, el reloj permanece en nivel bajo cuando no hay transmisión. Si CPOL es 1, el reloj permanece en nivel alto.</a:t>
            </a:r>
          </a:p>
          <a:p>
            <a:endParaRPr lang="es-MX" dirty="0"/>
          </a:p>
          <a:p>
            <a:r>
              <a:rPr lang="es-MX" b="1" dirty="0"/>
              <a:t>CPHA (</a:t>
            </a:r>
            <a:r>
              <a:rPr lang="es-MX" b="1" dirty="0" err="1"/>
              <a:t>Clock</a:t>
            </a:r>
            <a:r>
              <a:rPr lang="es-MX" b="1" dirty="0"/>
              <a:t> </a:t>
            </a:r>
            <a:r>
              <a:rPr lang="es-MX" b="1" dirty="0" err="1"/>
              <a:t>Phase</a:t>
            </a:r>
            <a:r>
              <a:rPr lang="es-MX" b="1" dirty="0"/>
              <a:t>)</a:t>
            </a:r>
            <a:r>
              <a:rPr lang="es-MX" dirty="0"/>
              <a:t> determina en qué flanco del reloj se capturan los datos. Dependiendo del valor de CPHA, los datos pueden ser leídos en el flanco de subida o en el flanco de bajada del reloj.</a:t>
            </a:r>
          </a:p>
          <a:p>
            <a:endParaRPr lang="es-MX" dirty="0"/>
          </a:p>
          <a:p>
            <a:r>
              <a:rPr lang="es-MX" dirty="0"/>
              <a:t>La combinación de estos dos parámetros genera </a:t>
            </a:r>
            <a:r>
              <a:rPr lang="es-MX" b="1" dirty="0"/>
              <a:t>cuatro modos diferentes de operación en SPI</a:t>
            </a:r>
            <a:r>
              <a:rPr lang="es-MX" dirty="0"/>
              <a:t>.</a:t>
            </a:r>
          </a:p>
        </p:txBody>
      </p:sp>
      <p:graphicFrame>
        <p:nvGraphicFramePr>
          <p:cNvPr id="8" name="Tabla 7">
            <a:extLst>
              <a:ext uri="{FF2B5EF4-FFF2-40B4-BE49-F238E27FC236}">
                <a16:creationId xmlns:a16="http://schemas.microsoft.com/office/drawing/2014/main" id="{63C4F996-649A-42E7-BD47-93F1FC25CB7D}"/>
              </a:ext>
            </a:extLst>
          </p:cNvPr>
          <p:cNvGraphicFramePr>
            <a:graphicFrameLocks noGrp="1"/>
          </p:cNvGraphicFramePr>
          <p:nvPr>
            <p:extLst>
              <p:ext uri="{D42A27DB-BD31-4B8C-83A1-F6EECF244321}">
                <p14:modId xmlns:p14="http://schemas.microsoft.com/office/powerpoint/2010/main" val="344799097"/>
              </p:ext>
            </p:extLst>
          </p:nvPr>
        </p:nvGraphicFramePr>
        <p:xfrm>
          <a:off x="541575" y="723899"/>
          <a:ext cx="3427044" cy="1994990"/>
        </p:xfrm>
        <a:graphic>
          <a:graphicData uri="http://schemas.openxmlformats.org/drawingml/2006/table">
            <a:tbl>
              <a:tblPr/>
              <a:tblGrid>
                <a:gridCol w="1142348">
                  <a:extLst>
                    <a:ext uri="{9D8B030D-6E8A-4147-A177-3AD203B41FA5}">
                      <a16:colId xmlns:a16="http://schemas.microsoft.com/office/drawing/2014/main" val="2536017392"/>
                    </a:ext>
                  </a:extLst>
                </a:gridCol>
                <a:gridCol w="1142348">
                  <a:extLst>
                    <a:ext uri="{9D8B030D-6E8A-4147-A177-3AD203B41FA5}">
                      <a16:colId xmlns:a16="http://schemas.microsoft.com/office/drawing/2014/main" val="388579182"/>
                    </a:ext>
                  </a:extLst>
                </a:gridCol>
                <a:gridCol w="1142348">
                  <a:extLst>
                    <a:ext uri="{9D8B030D-6E8A-4147-A177-3AD203B41FA5}">
                      <a16:colId xmlns:a16="http://schemas.microsoft.com/office/drawing/2014/main" val="69592225"/>
                    </a:ext>
                  </a:extLst>
                </a:gridCol>
              </a:tblGrid>
              <a:tr h="398998">
                <a:tc>
                  <a:txBody>
                    <a:bodyPr/>
                    <a:lstStyle/>
                    <a:p>
                      <a:r>
                        <a:rPr lang="es-MX" dirty="0"/>
                        <a:t>Modo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MX" dirty="0"/>
                        <a:t>CPOL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MX"/>
                        <a:t>CPHA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19121892"/>
                  </a:ext>
                </a:extLst>
              </a:tr>
              <a:tr h="398998">
                <a:tc>
                  <a:txBody>
                    <a:bodyPr/>
                    <a:lstStyle/>
                    <a:p>
                      <a:r>
                        <a:rPr lang="es-MX"/>
                        <a:t>Modo 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MX"/>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MX" dirty="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875999"/>
                  </a:ext>
                </a:extLst>
              </a:tr>
              <a:tr h="398998">
                <a:tc>
                  <a:txBody>
                    <a:bodyPr/>
                    <a:lstStyle/>
                    <a:p>
                      <a:r>
                        <a:rPr lang="es-MX"/>
                        <a:t>Modo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MX"/>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MX" dirty="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01725747"/>
                  </a:ext>
                </a:extLst>
              </a:tr>
              <a:tr h="398998">
                <a:tc>
                  <a:txBody>
                    <a:bodyPr/>
                    <a:lstStyle/>
                    <a:p>
                      <a:r>
                        <a:rPr lang="es-MX"/>
                        <a:t>Modo 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MX"/>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MX"/>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76794812"/>
                  </a:ext>
                </a:extLst>
              </a:tr>
              <a:tr h="398998">
                <a:tc>
                  <a:txBody>
                    <a:bodyPr/>
                    <a:lstStyle/>
                    <a:p>
                      <a:r>
                        <a:rPr lang="es-MX"/>
                        <a:t>Modo 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MX" dirty="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MX" dirty="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1114967"/>
                  </a:ext>
                </a:extLst>
              </a:tr>
            </a:tbl>
          </a:graphicData>
        </a:graphic>
      </p:graphicFrame>
      <p:pic>
        <p:nvPicPr>
          <p:cNvPr id="11" name="Imagen 10">
            <a:extLst>
              <a:ext uri="{FF2B5EF4-FFF2-40B4-BE49-F238E27FC236}">
                <a16:creationId xmlns:a16="http://schemas.microsoft.com/office/drawing/2014/main" id="{770EE329-8EE9-4FB1-8B81-4FEFFBF182D8}"/>
              </a:ext>
            </a:extLst>
          </p:cNvPr>
          <p:cNvPicPr>
            <a:picLocks noChangeAspect="1"/>
          </p:cNvPicPr>
          <p:nvPr/>
        </p:nvPicPr>
        <p:blipFill rotWithShape="1">
          <a:blip r:embed="rId3"/>
          <a:srcRect l="11297" r="3649"/>
          <a:stretch/>
        </p:blipFill>
        <p:spPr>
          <a:xfrm>
            <a:off x="170199" y="3003373"/>
            <a:ext cx="4109292" cy="3220903"/>
          </a:xfrm>
          <a:prstGeom prst="rect">
            <a:avLst/>
          </a:prstGeom>
        </p:spPr>
      </p:pic>
    </p:spTree>
    <p:extLst>
      <p:ext uri="{BB962C8B-B14F-4D97-AF65-F5344CB8AC3E}">
        <p14:creationId xmlns:p14="http://schemas.microsoft.com/office/powerpoint/2010/main" val="35013474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21633EB-7DCB-4DDC-80AF-C885A3EE1245}"/>
              </a:ext>
            </a:extLst>
          </p:cNvPr>
          <p:cNvSpPr>
            <a:spLocks noGrp="1"/>
          </p:cNvSpPr>
          <p:nvPr>
            <p:ph type="title"/>
          </p:nvPr>
        </p:nvSpPr>
        <p:spPr/>
        <p:txBody>
          <a:bodyPr rtlCol="0"/>
          <a:lstStyle/>
          <a:p>
            <a:pPr rtl="0"/>
            <a:r>
              <a:rPr lang="es-MX" dirty="0"/>
              <a:t>Diagrama del Módulo SPI </a:t>
            </a:r>
            <a:br>
              <a:rPr lang="es-MX" dirty="0"/>
            </a:br>
            <a:r>
              <a:rPr lang="es-MX" dirty="0"/>
              <a:t>y </a:t>
            </a:r>
            <a:r>
              <a:rPr lang="es-ES" dirty="0"/>
              <a:t>Señales Principales del Módulo</a:t>
            </a:r>
          </a:p>
        </p:txBody>
      </p:sp>
      <p:pic>
        <p:nvPicPr>
          <p:cNvPr id="5" name="Marcador de contenido 4">
            <a:extLst>
              <a:ext uri="{FF2B5EF4-FFF2-40B4-BE49-F238E27FC236}">
                <a16:creationId xmlns:a16="http://schemas.microsoft.com/office/drawing/2014/main" id="{34346140-EAB6-400A-90EC-97465C068284}"/>
              </a:ext>
            </a:extLst>
          </p:cNvPr>
          <p:cNvPicPr>
            <a:picLocks noGrp="1" noChangeAspect="1"/>
          </p:cNvPicPr>
          <p:nvPr>
            <p:ph sz="half" idx="2"/>
          </p:nvPr>
        </p:nvPicPr>
        <p:blipFill>
          <a:blip r:embed="rId3"/>
          <a:stretch>
            <a:fillRect/>
          </a:stretch>
        </p:blipFill>
        <p:spPr>
          <a:xfrm>
            <a:off x="6923926" y="2717348"/>
            <a:ext cx="4686881" cy="3047437"/>
          </a:xfrm>
          <a:prstGeom prst="rect">
            <a:avLst/>
          </a:prstGeom>
        </p:spPr>
      </p:pic>
      <p:sp>
        <p:nvSpPr>
          <p:cNvPr id="7" name="Marcador de contenido 6">
            <a:extLst>
              <a:ext uri="{FF2B5EF4-FFF2-40B4-BE49-F238E27FC236}">
                <a16:creationId xmlns:a16="http://schemas.microsoft.com/office/drawing/2014/main" id="{7CB9BC04-54D7-4C1E-80C5-18BF7F08EC78}"/>
              </a:ext>
            </a:extLst>
          </p:cNvPr>
          <p:cNvSpPr>
            <a:spLocks noGrp="1"/>
          </p:cNvSpPr>
          <p:nvPr>
            <p:ph sz="half" idx="1"/>
          </p:nvPr>
        </p:nvSpPr>
        <p:spPr>
          <a:xfrm>
            <a:off x="581193" y="1938969"/>
            <a:ext cx="6194180" cy="4649118"/>
          </a:xfrm>
        </p:spPr>
        <p:txBody>
          <a:bodyPr>
            <a:normAutofit fontScale="85000" lnSpcReduction="10000"/>
          </a:bodyPr>
          <a:lstStyle/>
          <a:p>
            <a:r>
              <a:rPr lang="es-MX" b="1" dirty="0" err="1"/>
              <a:t>clk</a:t>
            </a:r>
            <a:endParaRPr lang="es-MX" b="1" dirty="0"/>
          </a:p>
          <a:p>
            <a:pPr marL="0" indent="0">
              <a:buNone/>
            </a:pPr>
            <a:r>
              <a:rPr lang="es-MX" dirty="0"/>
              <a:t>Señal de reloj del sistema que sincroniza todas las operaciones del módulo.</a:t>
            </a:r>
          </a:p>
          <a:p>
            <a:r>
              <a:rPr lang="es-MX" b="1" dirty="0" err="1"/>
              <a:t>reset</a:t>
            </a:r>
            <a:endParaRPr lang="es-MX" b="1" dirty="0"/>
          </a:p>
          <a:p>
            <a:pPr marL="0" indent="0">
              <a:buNone/>
            </a:pPr>
            <a:r>
              <a:rPr lang="es-MX" dirty="0"/>
              <a:t>Señal utilizada para reiniciar el controlador SPI y regresar al estado inicial.</a:t>
            </a:r>
          </a:p>
          <a:p>
            <a:r>
              <a:rPr lang="es-MX" b="1" dirty="0"/>
              <a:t>MOSI (Master </a:t>
            </a:r>
            <a:r>
              <a:rPr lang="es-MX" b="1" dirty="0" err="1"/>
              <a:t>Out</a:t>
            </a:r>
            <a:r>
              <a:rPr lang="es-MX" b="1" dirty="0"/>
              <a:t> Slave In)</a:t>
            </a:r>
          </a:p>
          <a:p>
            <a:pPr marL="0" indent="0">
              <a:buNone/>
            </a:pPr>
            <a:r>
              <a:rPr lang="es-MX" dirty="0"/>
              <a:t>Línea por la cual el </a:t>
            </a:r>
            <a:r>
              <a:rPr lang="es-MX" b="1" dirty="0"/>
              <a:t>maestro envía datos al dispositivo esclavo</a:t>
            </a:r>
            <a:r>
              <a:rPr lang="es-MX" dirty="0"/>
              <a:t>.</a:t>
            </a:r>
          </a:p>
          <a:p>
            <a:r>
              <a:rPr lang="es-MX" b="1" dirty="0"/>
              <a:t>MISO (Master In Slave </a:t>
            </a:r>
            <a:r>
              <a:rPr lang="es-MX" b="1" dirty="0" err="1"/>
              <a:t>Out</a:t>
            </a:r>
            <a:r>
              <a:rPr lang="es-MX" b="1" dirty="0"/>
              <a:t>)</a:t>
            </a:r>
          </a:p>
          <a:p>
            <a:pPr marL="0" indent="0">
              <a:buNone/>
            </a:pPr>
            <a:r>
              <a:rPr lang="es-MX" dirty="0"/>
              <a:t>Línea por la cual el </a:t>
            </a:r>
            <a:r>
              <a:rPr lang="es-MX" b="1" dirty="0"/>
              <a:t>esclavo envía datos de regreso al maestro</a:t>
            </a:r>
            <a:r>
              <a:rPr lang="es-MX" dirty="0"/>
              <a:t>.</a:t>
            </a:r>
          </a:p>
          <a:p>
            <a:r>
              <a:rPr lang="es-MX" b="1" dirty="0"/>
              <a:t>SCLK (Serial </a:t>
            </a:r>
            <a:r>
              <a:rPr lang="es-MX" b="1" dirty="0" err="1"/>
              <a:t>Clock</a:t>
            </a:r>
            <a:r>
              <a:rPr lang="es-MX" b="1" dirty="0"/>
              <a:t>)</a:t>
            </a:r>
          </a:p>
          <a:p>
            <a:pPr marL="0" indent="0">
              <a:buNone/>
            </a:pPr>
            <a:r>
              <a:rPr lang="es-MX" dirty="0"/>
              <a:t>Señal de reloj generada por el maestro que sincroniza la transmisión de los bits.</a:t>
            </a:r>
          </a:p>
          <a:p>
            <a:r>
              <a:rPr lang="es-MX" b="1" dirty="0"/>
              <a:t>SS (Slave </a:t>
            </a:r>
            <a:r>
              <a:rPr lang="es-MX" b="1" dirty="0" err="1"/>
              <a:t>Select</a:t>
            </a:r>
            <a:r>
              <a:rPr lang="es-MX" b="1" dirty="0"/>
              <a:t>)</a:t>
            </a:r>
          </a:p>
          <a:p>
            <a:pPr marL="0" indent="0">
              <a:buNone/>
            </a:pPr>
            <a:r>
              <a:rPr lang="es-MX" dirty="0"/>
              <a:t>Señal que permite seleccionar al dispositivo esclavo con el que se realizará la comunicación.</a:t>
            </a:r>
          </a:p>
          <a:p>
            <a:endParaRPr lang="es-MX" dirty="0"/>
          </a:p>
        </p:txBody>
      </p:sp>
    </p:spTree>
    <p:extLst>
      <p:ext uri="{BB962C8B-B14F-4D97-AF65-F5344CB8AC3E}">
        <p14:creationId xmlns:p14="http://schemas.microsoft.com/office/powerpoint/2010/main" val="20798252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21633EB-7DCB-4DDC-80AF-C885A3EE1245}"/>
              </a:ext>
            </a:extLst>
          </p:cNvPr>
          <p:cNvSpPr>
            <a:spLocks noGrp="1"/>
          </p:cNvSpPr>
          <p:nvPr>
            <p:ph type="title"/>
          </p:nvPr>
        </p:nvSpPr>
        <p:spPr/>
        <p:txBody>
          <a:bodyPr rtlCol="0"/>
          <a:lstStyle/>
          <a:p>
            <a:pPr rtl="0"/>
            <a:r>
              <a:rPr lang="es-ES" dirty="0"/>
              <a:t>Diseño en Verilog</a:t>
            </a:r>
          </a:p>
        </p:txBody>
      </p:sp>
      <p:sp>
        <p:nvSpPr>
          <p:cNvPr id="4" name="Marcador de contenido 3">
            <a:extLst>
              <a:ext uri="{FF2B5EF4-FFF2-40B4-BE49-F238E27FC236}">
                <a16:creationId xmlns:a16="http://schemas.microsoft.com/office/drawing/2014/main" id="{7FC079FE-3CF3-4E2A-BB4F-AAAF163F3C29}"/>
              </a:ext>
            </a:extLst>
          </p:cNvPr>
          <p:cNvSpPr>
            <a:spLocks noGrp="1"/>
          </p:cNvSpPr>
          <p:nvPr>
            <p:ph sz="half" idx="2"/>
          </p:nvPr>
        </p:nvSpPr>
        <p:spPr>
          <a:xfrm>
            <a:off x="391812" y="1883883"/>
            <a:ext cx="6268597" cy="4974117"/>
          </a:xfrm>
        </p:spPr>
        <p:txBody>
          <a:bodyPr>
            <a:normAutofit lnSpcReduction="10000"/>
          </a:bodyPr>
          <a:lstStyle/>
          <a:p>
            <a:pPr marL="0" indent="0">
              <a:buNone/>
            </a:pPr>
            <a:r>
              <a:rPr lang="es-MX" dirty="0"/>
              <a:t>Para implementar el controlador SPI se utilizó </a:t>
            </a:r>
            <a:r>
              <a:rPr lang="es-MX" dirty="0" err="1"/>
              <a:t>Verilog</a:t>
            </a:r>
            <a:r>
              <a:rPr lang="es-MX" dirty="0"/>
              <a:t>, un lenguaje de descripción de hardware ampliamente utilizado para diseñar circuitos digitales y sistemas programables como </a:t>
            </a:r>
            <a:r>
              <a:rPr lang="es-MX" dirty="0" err="1"/>
              <a:t>FPGAs</a:t>
            </a:r>
            <a:r>
              <a:rPr lang="es-MX" dirty="0"/>
              <a:t>.</a:t>
            </a:r>
          </a:p>
          <a:p>
            <a:pPr marL="0" indent="0">
              <a:buNone/>
            </a:pPr>
            <a:r>
              <a:rPr lang="es-MX" dirty="0"/>
              <a:t>El diseño del controlador SPI incluye la definición de las señales de entrada y salida necesarias para la comunicación entre el dispositivo maestro y el </a:t>
            </a:r>
            <a:r>
              <a:rPr lang="es-MX" dirty="0" err="1"/>
              <a:t>esclavo.Entre</a:t>
            </a:r>
            <a:r>
              <a:rPr lang="es-MX" dirty="0"/>
              <a:t> los principales elementos del diseño se encuentran:</a:t>
            </a:r>
          </a:p>
          <a:p>
            <a:r>
              <a:rPr lang="es-MX" dirty="0"/>
              <a:t>Generación de la señal de reloj SCLK.</a:t>
            </a:r>
          </a:p>
          <a:p>
            <a:r>
              <a:rPr lang="es-MX" dirty="0"/>
              <a:t>Control de la línea Slave </a:t>
            </a:r>
            <a:r>
              <a:rPr lang="es-MX" dirty="0" err="1"/>
              <a:t>Select</a:t>
            </a:r>
            <a:r>
              <a:rPr lang="es-MX" dirty="0"/>
              <a:t> (SS).</a:t>
            </a:r>
          </a:p>
          <a:p>
            <a:r>
              <a:rPr lang="es-MX" dirty="0"/>
              <a:t>Registro de desplazamiento para enviar los bits de datos.</a:t>
            </a:r>
          </a:p>
          <a:p>
            <a:r>
              <a:rPr lang="es-MX" dirty="0"/>
              <a:t>Lógica de control basada en una máquina de estados.</a:t>
            </a:r>
          </a:p>
          <a:p>
            <a:pPr marL="0" indent="0">
              <a:buNone/>
            </a:pPr>
            <a:r>
              <a:rPr lang="es-MX" dirty="0"/>
              <a:t>El módulo desarrollado permite enviar datos en formato de 8 bits, sincronizados con la señal de reloj generada por el maestro.</a:t>
            </a:r>
          </a:p>
          <a:p>
            <a:pPr marL="0" indent="0">
              <a:buNone/>
            </a:pPr>
            <a:r>
              <a:rPr lang="es-MX" dirty="0"/>
              <a:t>El uso de </a:t>
            </a:r>
            <a:r>
              <a:rPr lang="es-MX" dirty="0" err="1"/>
              <a:t>Verilog</a:t>
            </a:r>
            <a:r>
              <a:rPr lang="es-MX" dirty="0"/>
              <a:t> facilita la simulación y verificación del comportamiento del sistema antes de implementarlo en hardware real.</a:t>
            </a:r>
          </a:p>
        </p:txBody>
      </p:sp>
      <p:sp>
        <p:nvSpPr>
          <p:cNvPr id="8" name="CuadroTexto 7">
            <a:extLst>
              <a:ext uri="{FF2B5EF4-FFF2-40B4-BE49-F238E27FC236}">
                <a16:creationId xmlns:a16="http://schemas.microsoft.com/office/drawing/2014/main" id="{B9E8E3A6-8977-42CF-B61E-DE38557CF0B4}"/>
              </a:ext>
            </a:extLst>
          </p:cNvPr>
          <p:cNvSpPr txBox="1"/>
          <p:nvPr/>
        </p:nvSpPr>
        <p:spPr>
          <a:xfrm>
            <a:off x="7302604" y="1824090"/>
            <a:ext cx="4497584" cy="5093702"/>
          </a:xfrm>
          <a:prstGeom prst="rect">
            <a:avLst/>
          </a:prstGeom>
          <a:noFill/>
        </p:spPr>
        <p:txBody>
          <a:bodyPr wrap="square">
            <a:spAutoFit/>
          </a:bodyPr>
          <a:lstStyle/>
          <a:p>
            <a:r>
              <a:rPr lang="es-MX" sz="1300" dirty="0"/>
              <a:t>module </a:t>
            </a:r>
            <a:r>
              <a:rPr lang="es-MX" sz="1300" dirty="0" err="1"/>
              <a:t>spi_master</a:t>
            </a:r>
            <a:r>
              <a:rPr lang="es-MX" sz="1300" dirty="0"/>
              <a:t>(</a:t>
            </a:r>
          </a:p>
          <a:p>
            <a:r>
              <a:rPr lang="es-MX" sz="1300" dirty="0"/>
              <a:t>    input </a:t>
            </a:r>
            <a:r>
              <a:rPr lang="es-MX" sz="1300" dirty="0" err="1"/>
              <a:t>clk</a:t>
            </a:r>
            <a:r>
              <a:rPr lang="es-MX" sz="1300" dirty="0"/>
              <a:t>,</a:t>
            </a:r>
          </a:p>
          <a:p>
            <a:r>
              <a:rPr lang="es-MX" sz="1300" dirty="0"/>
              <a:t>    input </a:t>
            </a:r>
            <a:r>
              <a:rPr lang="es-MX" sz="1300" dirty="0" err="1"/>
              <a:t>reset</a:t>
            </a:r>
            <a:r>
              <a:rPr lang="es-MX" sz="1300" dirty="0"/>
              <a:t>,</a:t>
            </a:r>
          </a:p>
          <a:p>
            <a:r>
              <a:rPr lang="es-MX" sz="1300" dirty="0"/>
              <a:t>    input </a:t>
            </a:r>
            <a:r>
              <a:rPr lang="es-MX" sz="1300" dirty="0" err="1"/>
              <a:t>start</a:t>
            </a:r>
            <a:r>
              <a:rPr lang="es-MX" sz="1300" dirty="0"/>
              <a:t>,</a:t>
            </a:r>
          </a:p>
          <a:p>
            <a:r>
              <a:rPr lang="es-MX" sz="1300" dirty="0"/>
              <a:t>    input [7:0] </a:t>
            </a:r>
            <a:r>
              <a:rPr lang="es-MX" sz="1300" dirty="0" err="1"/>
              <a:t>data_in</a:t>
            </a:r>
            <a:r>
              <a:rPr lang="es-MX" sz="1300" dirty="0"/>
              <a:t>,</a:t>
            </a:r>
          </a:p>
          <a:p>
            <a:r>
              <a:rPr lang="es-MX" sz="1300" dirty="0"/>
              <a:t>    output </a:t>
            </a:r>
            <a:r>
              <a:rPr lang="es-MX" sz="1300" dirty="0" err="1"/>
              <a:t>reg</a:t>
            </a:r>
            <a:r>
              <a:rPr lang="es-MX" sz="1300" dirty="0"/>
              <a:t> MOSI,</a:t>
            </a:r>
          </a:p>
          <a:p>
            <a:r>
              <a:rPr lang="es-MX" sz="1300" dirty="0"/>
              <a:t>    output </a:t>
            </a:r>
            <a:r>
              <a:rPr lang="es-MX" sz="1300" dirty="0" err="1"/>
              <a:t>reg</a:t>
            </a:r>
            <a:r>
              <a:rPr lang="es-MX" sz="1300" dirty="0"/>
              <a:t> SCLK,</a:t>
            </a:r>
          </a:p>
          <a:p>
            <a:r>
              <a:rPr lang="es-MX" sz="1300" dirty="0"/>
              <a:t>    output </a:t>
            </a:r>
            <a:r>
              <a:rPr lang="es-MX" sz="1300" dirty="0" err="1"/>
              <a:t>reg</a:t>
            </a:r>
            <a:r>
              <a:rPr lang="es-MX" sz="1300" dirty="0"/>
              <a:t> SS,</a:t>
            </a:r>
          </a:p>
          <a:p>
            <a:r>
              <a:rPr lang="es-MX" sz="1300" dirty="0"/>
              <a:t>    output </a:t>
            </a:r>
            <a:r>
              <a:rPr lang="es-MX" sz="1300" dirty="0" err="1"/>
              <a:t>reg</a:t>
            </a:r>
            <a:r>
              <a:rPr lang="es-MX" sz="1300" dirty="0"/>
              <a:t> done</a:t>
            </a:r>
          </a:p>
          <a:p>
            <a:r>
              <a:rPr lang="es-MX" sz="1300" dirty="0"/>
              <a:t>);</a:t>
            </a:r>
          </a:p>
          <a:p>
            <a:endParaRPr lang="es-MX" sz="1300" dirty="0"/>
          </a:p>
          <a:p>
            <a:r>
              <a:rPr lang="es-MX" sz="1300" dirty="0" err="1"/>
              <a:t>reg</a:t>
            </a:r>
            <a:r>
              <a:rPr lang="es-MX" sz="1300" dirty="0"/>
              <a:t> [7:0] </a:t>
            </a:r>
            <a:r>
              <a:rPr lang="es-MX" sz="1300" dirty="0" err="1"/>
              <a:t>shift_reg</a:t>
            </a:r>
            <a:r>
              <a:rPr lang="es-MX" sz="1300" dirty="0"/>
              <a:t>;</a:t>
            </a:r>
          </a:p>
          <a:p>
            <a:r>
              <a:rPr lang="es-MX" sz="1300" dirty="0" err="1"/>
              <a:t>reg</a:t>
            </a:r>
            <a:r>
              <a:rPr lang="es-MX" sz="1300" dirty="0"/>
              <a:t> [2:0] </a:t>
            </a:r>
            <a:r>
              <a:rPr lang="es-MX" sz="1300" dirty="0" err="1"/>
              <a:t>bit_counter</a:t>
            </a:r>
            <a:r>
              <a:rPr lang="es-MX" sz="1300" dirty="0"/>
              <a:t>;</a:t>
            </a:r>
          </a:p>
          <a:p>
            <a:r>
              <a:rPr lang="es-MX" sz="1300" dirty="0" err="1"/>
              <a:t>always</a:t>
            </a:r>
            <a:r>
              <a:rPr lang="es-MX" sz="1300" dirty="0"/>
              <a:t> @(posedge </a:t>
            </a:r>
            <a:r>
              <a:rPr lang="es-MX" sz="1300" dirty="0" err="1"/>
              <a:t>clk</a:t>
            </a:r>
            <a:r>
              <a:rPr lang="es-MX" sz="1300" dirty="0"/>
              <a:t> </a:t>
            </a:r>
            <a:r>
              <a:rPr lang="es-MX" sz="1300" dirty="0" err="1"/>
              <a:t>or</a:t>
            </a:r>
            <a:r>
              <a:rPr lang="es-MX" sz="1300" dirty="0"/>
              <a:t> </a:t>
            </a:r>
            <a:r>
              <a:rPr lang="es-MX" sz="1300" dirty="0" err="1"/>
              <a:t>posedge</a:t>
            </a:r>
            <a:r>
              <a:rPr lang="es-MX" sz="1300" dirty="0"/>
              <a:t> </a:t>
            </a:r>
            <a:r>
              <a:rPr lang="es-MX" sz="1300" dirty="0" err="1"/>
              <a:t>reset</a:t>
            </a:r>
            <a:r>
              <a:rPr lang="es-MX" sz="1300" dirty="0"/>
              <a:t>) </a:t>
            </a:r>
            <a:r>
              <a:rPr lang="es-MX" sz="1300" dirty="0" err="1"/>
              <a:t>begin</a:t>
            </a:r>
            <a:endParaRPr lang="es-MX" sz="1300" dirty="0"/>
          </a:p>
          <a:p>
            <a:r>
              <a:rPr lang="es-MX" sz="1300" dirty="0"/>
              <a:t>    </a:t>
            </a:r>
            <a:r>
              <a:rPr lang="es-MX" sz="1300" dirty="0" err="1"/>
              <a:t>if</a:t>
            </a:r>
            <a:r>
              <a:rPr lang="es-MX" sz="1300" dirty="0"/>
              <a:t> (</a:t>
            </a:r>
            <a:r>
              <a:rPr lang="es-MX" sz="1300" dirty="0" err="1"/>
              <a:t>reset</a:t>
            </a:r>
            <a:r>
              <a:rPr lang="es-MX" sz="1300" dirty="0"/>
              <a:t>) </a:t>
            </a:r>
            <a:r>
              <a:rPr lang="es-MX" sz="1300" dirty="0" err="1"/>
              <a:t>begin</a:t>
            </a:r>
            <a:endParaRPr lang="es-MX" sz="1300" dirty="0"/>
          </a:p>
          <a:p>
            <a:r>
              <a:rPr lang="es-MX" sz="1300" dirty="0"/>
              <a:t>        SS &lt;= 1;</a:t>
            </a:r>
          </a:p>
          <a:p>
            <a:r>
              <a:rPr lang="es-MX" sz="1300" dirty="0"/>
              <a:t>        SCLK &lt;= 0;</a:t>
            </a:r>
          </a:p>
          <a:p>
            <a:r>
              <a:rPr lang="es-MX" sz="1300" dirty="0"/>
              <a:t>        </a:t>
            </a:r>
            <a:r>
              <a:rPr lang="es-MX" sz="1300" dirty="0" err="1"/>
              <a:t>bit_counter</a:t>
            </a:r>
            <a:r>
              <a:rPr lang="es-MX" sz="1300" dirty="0"/>
              <a:t> &lt;= 0;</a:t>
            </a:r>
          </a:p>
          <a:p>
            <a:r>
              <a:rPr lang="es-MX" sz="1300" dirty="0"/>
              <a:t>    </a:t>
            </a:r>
            <a:r>
              <a:rPr lang="es-MX" sz="1300" dirty="0" err="1"/>
              <a:t>end</a:t>
            </a:r>
            <a:endParaRPr lang="es-MX" sz="1300" dirty="0"/>
          </a:p>
          <a:p>
            <a:r>
              <a:rPr lang="es-MX" sz="1300" dirty="0"/>
              <a:t>    </a:t>
            </a:r>
            <a:r>
              <a:rPr lang="es-MX" sz="1300" dirty="0" err="1"/>
              <a:t>else</a:t>
            </a:r>
            <a:r>
              <a:rPr lang="es-MX" sz="1300" dirty="0"/>
              <a:t> </a:t>
            </a:r>
            <a:r>
              <a:rPr lang="es-MX" sz="1300" dirty="0" err="1"/>
              <a:t>if</a:t>
            </a:r>
            <a:r>
              <a:rPr lang="es-MX" sz="1300" dirty="0"/>
              <a:t> (</a:t>
            </a:r>
            <a:r>
              <a:rPr lang="es-MX" sz="1300" dirty="0" err="1"/>
              <a:t>start</a:t>
            </a:r>
            <a:r>
              <a:rPr lang="es-MX" sz="1300" dirty="0"/>
              <a:t>) </a:t>
            </a:r>
            <a:r>
              <a:rPr lang="es-MX" sz="1300" dirty="0" err="1"/>
              <a:t>begin</a:t>
            </a:r>
            <a:endParaRPr lang="es-MX" sz="1300" dirty="0"/>
          </a:p>
          <a:p>
            <a:r>
              <a:rPr lang="es-MX" sz="1300" dirty="0"/>
              <a:t>        SS &lt;= 0;</a:t>
            </a:r>
          </a:p>
          <a:p>
            <a:r>
              <a:rPr lang="es-MX" sz="1300" dirty="0"/>
              <a:t>        </a:t>
            </a:r>
            <a:r>
              <a:rPr lang="es-MX" sz="1300" dirty="0" err="1"/>
              <a:t>shift_reg</a:t>
            </a:r>
            <a:r>
              <a:rPr lang="es-MX" sz="1300" dirty="0"/>
              <a:t> &lt;= </a:t>
            </a:r>
            <a:r>
              <a:rPr lang="es-MX" sz="1300" dirty="0" err="1"/>
              <a:t>data_in</a:t>
            </a:r>
            <a:r>
              <a:rPr lang="es-MX" sz="1300" dirty="0"/>
              <a:t>;</a:t>
            </a:r>
          </a:p>
          <a:p>
            <a:r>
              <a:rPr lang="es-MX" sz="1300" dirty="0"/>
              <a:t>    </a:t>
            </a:r>
            <a:r>
              <a:rPr lang="es-MX" sz="1300" dirty="0" err="1"/>
              <a:t>end</a:t>
            </a:r>
            <a:endParaRPr lang="es-MX" sz="1300" dirty="0"/>
          </a:p>
          <a:p>
            <a:r>
              <a:rPr lang="es-MX" sz="1300" dirty="0" err="1"/>
              <a:t>end</a:t>
            </a:r>
            <a:endParaRPr lang="es-MX" sz="1300" dirty="0"/>
          </a:p>
          <a:p>
            <a:r>
              <a:rPr lang="es-MX" sz="1300" dirty="0" err="1"/>
              <a:t>endmodule</a:t>
            </a:r>
            <a:endParaRPr lang="es-MX" sz="1300" dirty="0"/>
          </a:p>
        </p:txBody>
      </p:sp>
    </p:spTree>
    <p:extLst>
      <p:ext uri="{BB962C8B-B14F-4D97-AF65-F5344CB8AC3E}">
        <p14:creationId xmlns:p14="http://schemas.microsoft.com/office/powerpoint/2010/main" val="26487019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21633EB-7DCB-4DDC-80AF-C885A3EE1245}"/>
              </a:ext>
            </a:extLst>
          </p:cNvPr>
          <p:cNvSpPr>
            <a:spLocks noGrp="1"/>
          </p:cNvSpPr>
          <p:nvPr>
            <p:ph type="title"/>
          </p:nvPr>
        </p:nvSpPr>
        <p:spPr/>
        <p:txBody>
          <a:bodyPr rtlCol="0"/>
          <a:lstStyle/>
          <a:p>
            <a:pPr rtl="0"/>
            <a:r>
              <a:rPr lang="es-ES" dirty="0"/>
              <a:t>FSM (Máquina de Estados Finitos)</a:t>
            </a:r>
          </a:p>
        </p:txBody>
      </p:sp>
      <p:sp>
        <p:nvSpPr>
          <p:cNvPr id="7" name="Marcador de contenido 6">
            <a:extLst>
              <a:ext uri="{FF2B5EF4-FFF2-40B4-BE49-F238E27FC236}">
                <a16:creationId xmlns:a16="http://schemas.microsoft.com/office/drawing/2014/main" id="{7CB9BC04-54D7-4C1E-80C5-18BF7F08EC78}"/>
              </a:ext>
            </a:extLst>
          </p:cNvPr>
          <p:cNvSpPr>
            <a:spLocks noGrp="1"/>
          </p:cNvSpPr>
          <p:nvPr>
            <p:ph sz="half" idx="1"/>
          </p:nvPr>
        </p:nvSpPr>
        <p:spPr>
          <a:xfrm>
            <a:off x="448991" y="1916506"/>
            <a:ext cx="6194180" cy="4792765"/>
          </a:xfrm>
        </p:spPr>
        <p:txBody>
          <a:bodyPr>
            <a:normAutofit fontScale="85000" lnSpcReduction="20000"/>
          </a:bodyPr>
          <a:lstStyle/>
          <a:p>
            <a:pPr marL="0" indent="0">
              <a:buNone/>
            </a:pPr>
            <a:r>
              <a:rPr lang="es-MX" dirty="0"/>
              <a:t>El controlador SPI fue implementado utilizando una </a:t>
            </a:r>
            <a:r>
              <a:rPr lang="es-MX" b="1" dirty="0"/>
              <a:t>Máquina de Estados Finitos (FSM)</a:t>
            </a:r>
            <a:r>
              <a:rPr lang="es-MX" dirty="0"/>
              <a:t> para organizar el flujo de la comunicación.</a:t>
            </a:r>
          </a:p>
          <a:p>
            <a:pPr marL="0" indent="0">
              <a:buNone/>
            </a:pPr>
            <a:r>
              <a:rPr lang="es-MX" dirty="0"/>
              <a:t>Una FSM permite dividir el funcionamiento del sistema en diferentes estados que se ejecutan de forma secuencial dependiendo de las condiciones del sistema.</a:t>
            </a:r>
          </a:p>
          <a:p>
            <a:pPr marL="0" indent="0">
              <a:buNone/>
            </a:pPr>
            <a:r>
              <a:rPr lang="es-MX" dirty="0"/>
              <a:t>En este diseño se utilizaron cuatro estados principales:</a:t>
            </a:r>
          </a:p>
          <a:p>
            <a:r>
              <a:rPr lang="es-MX" b="1" dirty="0"/>
              <a:t>IDLE</a:t>
            </a:r>
            <a:br>
              <a:rPr lang="es-MX" dirty="0"/>
            </a:br>
            <a:r>
              <a:rPr lang="es-MX" dirty="0"/>
              <a:t>El sistema permanece en espera hasta que se inicia una transmisión.</a:t>
            </a:r>
          </a:p>
          <a:p>
            <a:r>
              <a:rPr lang="es-MX" b="1" dirty="0"/>
              <a:t>SETUP</a:t>
            </a:r>
            <a:br>
              <a:rPr lang="es-MX" dirty="0"/>
            </a:br>
            <a:r>
              <a:rPr lang="es-MX" dirty="0"/>
              <a:t>Se preparan las señales necesarias para iniciar la comunicación SPI, incluyendo la activación de la línea SS.</a:t>
            </a:r>
          </a:p>
          <a:p>
            <a:r>
              <a:rPr lang="es-MX" b="1" dirty="0"/>
              <a:t>TRANSMIT</a:t>
            </a:r>
            <a:br>
              <a:rPr lang="es-MX" dirty="0"/>
            </a:br>
            <a:r>
              <a:rPr lang="es-MX" dirty="0"/>
              <a:t>En este estado se realiza la transmisión de los datos bit por bit, sincronizados con la señal de reloj.</a:t>
            </a:r>
          </a:p>
          <a:p>
            <a:r>
              <a:rPr lang="es-MX" b="1" dirty="0"/>
              <a:t>DONE</a:t>
            </a:r>
            <a:br>
              <a:rPr lang="es-MX" dirty="0"/>
            </a:br>
            <a:r>
              <a:rPr lang="es-MX" dirty="0"/>
              <a:t>La transmisión finaliza y el sistema vuelve al estado inicial para esperar una nueva operación.</a:t>
            </a:r>
          </a:p>
          <a:p>
            <a:pPr marL="0" indent="0">
              <a:buNone/>
            </a:pPr>
            <a:r>
              <a:rPr lang="es-MX" dirty="0"/>
              <a:t>El uso de una máquina de estados permite controlar de forma clara y ordenada cada etapa de la comunicación SPI.</a:t>
            </a:r>
          </a:p>
        </p:txBody>
      </p:sp>
      <p:pic>
        <p:nvPicPr>
          <p:cNvPr id="6" name="Marcador de contenido 5">
            <a:extLst>
              <a:ext uri="{FF2B5EF4-FFF2-40B4-BE49-F238E27FC236}">
                <a16:creationId xmlns:a16="http://schemas.microsoft.com/office/drawing/2014/main" id="{A77088A3-6D8D-4EBE-B325-E0C23CF0F849}"/>
              </a:ext>
            </a:extLst>
          </p:cNvPr>
          <p:cNvPicPr>
            <a:picLocks noGrp="1" noChangeAspect="1"/>
          </p:cNvPicPr>
          <p:nvPr>
            <p:ph sz="half" idx="2"/>
          </p:nvPr>
        </p:nvPicPr>
        <p:blipFill>
          <a:blip r:embed="rId3"/>
          <a:stretch>
            <a:fillRect/>
          </a:stretch>
        </p:blipFill>
        <p:spPr>
          <a:xfrm>
            <a:off x="6643171" y="2236522"/>
            <a:ext cx="5382633" cy="3891819"/>
          </a:xfrm>
          <a:prstGeom prst="rect">
            <a:avLst/>
          </a:prstGeom>
        </p:spPr>
      </p:pic>
    </p:spTree>
    <p:extLst>
      <p:ext uri="{BB962C8B-B14F-4D97-AF65-F5344CB8AC3E}">
        <p14:creationId xmlns:p14="http://schemas.microsoft.com/office/powerpoint/2010/main" val="38950013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21633EB-7DCB-4DDC-80AF-C885A3EE1245}"/>
              </a:ext>
            </a:extLst>
          </p:cNvPr>
          <p:cNvSpPr>
            <a:spLocks noGrp="1"/>
          </p:cNvSpPr>
          <p:nvPr>
            <p:ph type="title"/>
          </p:nvPr>
        </p:nvSpPr>
        <p:spPr>
          <a:xfrm>
            <a:off x="581193" y="729658"/>
            <a:ext cx="11029616" cy="925934"/>
          </a:xfrm>
        </p:spPr>
        <p:txBody>
          <a:bodyPr rtlCol="0"/>
          <a:lstStyle/>
          <a:p>
            <a:pPr rtl="0"/>
            <a:r>
              <a:rPr lang="es-MX" dirty="0"/>
              <a:t>Funcionamiento general del sistema SPI</a:t>
            </a:r>
            <a:endParaRPr lang="es-ES" dirty="0"/>
          </a:p>
        </p:txBody>
      </p:sp>
      <p:sp>
        <p:nvSpPr>
          <p:cNvPr id="7" name="Marcador de contenido 6">
            <a:extLst>
              <a:ext uri="{FF2B5EF4-FFF2-40B4-BE49-F238E27FC236}">
                <a16:creationId xmlns:a16="http://schemas.microsoft.com/office/drawing/2014/main" id="{7CB9BC04-54D7-4C1E-80C5-18BF7F08EC78}"/>
              </a:ext>
            </a:extLst>
          </p:cNvPr>
          <p:cNvSpPr>
            <a:spLocks noGrp="1"/>
          </p:cNvSpPr>
          <p:nvPr>
            <p:ph sz="half" idx="1"/>
          </p:nvPr>
        </p:nvSpPr>
        <p:spPr>
          <a:xfrm>
            <a:off x="404127" y="2000922"/>
            <a:ext cx="5919537" cy="4518213"/>
          </a:xfrm>
        </p:spPr>
        <p:txBody>
          <a:bodyPr>
            <a:normAutofit fontScale="85000" lnSpcReduction="10000"/>
          </a:bodyPr>
          <a:lstStyle/>
          <a:p>
            <a:pPr marL="0" indent="0">
              <a:buNone/>
            </a:pPr>
            <a:r>
              <a:rPr lang="es-MX" b="1" dirty="0"/>
              <a:t>1. Reposo</a:t>
            </a:r>
          </a:p>
          <a:p>
            <a:pPr marL="0" indent="0">
              <a:buNone/>
            </a:pPr>
            <a:r>
              <a:rPr lang="es-MX" dirty="0"/>
              <a:t>Al inicio todas las señales SS están en 1, lo que indica que ningún esclavo está seleccionado.</a:t>
            </a:r>
            <a:br>
              <a:rPr lang="es-MX" dirty="0"/>
            </a:br>
            <a:r>
              <a:rPr lang="es-MX" dirty="0"/>
              <a:t>El reloj SCLK se mantiene en 0, utilizando un modo simple equivalente a SPI modo 0.</a:t>
            </a:r>
          </a:p>
          <a:p>
            <a:pPr marL="0" indent="0">
              <a:buNone/>
            </a:pPr>
            <a:r>
              <a:rPr lang="es-MX" b="1" dirty="0"/>
              <a:t>2. Inicio de transmisión</a:t>
            </a:r>
          </a:p>
          <a:p>
            <a:pPr marL="0" indent="0">
              <a:buNone/>
            </a:pPr>
            <a:r>
              <a:rPr lang="es-MX" dirty="0"/>
              <a:t>Cuando la señal </a:t>
            </a:r>
            <a:r>
              <a:rPr lang="es-MX" dirty="0" err="1"/>
              <a:t>start</a:t>
            </a:r>
            <a:r>
              <a:rPr lang="es-MX" dirty="0"/>
              <a:t> se activa, el maestro carga el byte a transmitir y revisa la señal </a:t>
            </a:r>
            <a:r>
              <a:rPr lang="es-MX" dirty="0" err="1"/>
              <a:t>slave_sel</a:t>
            </a:r>
            <a:r>
              <a:rPr lang="es-MX" dirty="0"/>
              <a:t> para decidir qué esclavo seleccionar:</a:t>
            </a:r>
          </a:p>
          <a:p>
            <a:pPr>
              <a:buFont typeface="Arial" panose="020B0604020202020204" pitchFamily="34" charset="0"/>
              <a:buChar char="•"/>
            </a:pPr>
            <a:r>
              <a:rPr lang="es-MX" dirty="0"/>
              <a:t>00 → Slave 1</a:t>
            </a:r>
          </a:p>
          <a:p>
            <a:pPr>
              <a:buFont typeface="Arial" panose="020B0604020202020204" pitchFamily="34" charset="0"/>
              <a:buChar char="•"/>
            </a:pPr>
            <a:r>
              <a:rPr lang="es-MX" dirty="0"/>
              <a:t>01 → Slave 2</a:t>
            </a:r>
          </a:p>
          <a:p>
            <a:pPr>
              <a:buFont typeface="Arial" panose="020B0604020202020204" pitchFamily="34" charset="0"/>
              <a:buChar char="•"/>
            </a:pPr>
            <a:r>
              <a:rPr lang="es-MX" dirty="0"/>
              <a:t>10 → Slave 3</a:t>
            </a:r>
          </a:p>
          <a:p>
            <a:pPr>
              <a:buFont typeface="Arial" panose="020B0604020202020204" pitchFamily="34" charset="0"/>
              <a:buChar char="•"/>
            </a:pPr>
            <a:r>
              <a:rPr lang="es-MX" dirty="0"/>
              <a:t>11 → No se usa</a:t>
            </a:r>
          </a:p>
          <a:p>
            <a:pPr marL="0" indent="0">
              <a:buNone/>
            </a:pPr>
            <a:r>
              <a:rPr lang="es-MX" b="1" dirty="0"/>
              <a:t>3. Selección del esclavo</a:t>
            </a:r>
          </a:p>
          <a:p>
            <a:pPr marL="0" indent="0">
              <a:buNone/>
            </a:pPr>
            <a:r>
              <a:rPr lang="es-MX" dirty="0"/>
              <a:t>El maestro coloca en 0 solo una de las señales ss1, ss2 o ss3.</a:t>
            </a:r>
            <a:br>
              <a:rPr lang="es-MX" dirty="0"/>
            </a:br>
            <a:r>
              <a:rPr lang="es-MX" dirty="0"/>
              <a:t>El esclavo seleccionado se prepara para recibir datos y enviar una respuesta.</a:t>
            </a:r>
          </a:p>
        </p:txBody>
      </p:sp>
      <p:sp>
        <p:nvSpPr>
          <p:cNvPr id="4" name="Marcador de contenido 3">
            <a:extLst>
              <a:ext uri="{FF2B5EF4-FFF2-40B4-BE49-F238E27FC236}">
                <a16:creationId xmlns:a16="http://schemas.microsoft.com/office/drawing/2014/main" id="{E9D6248E-6D43-4323-8281-885AA62B4015}"/>
              </a:ext>
            </a:extLst>
          </p:cNvPr>
          <p:cNvSpPr>
            <a:spLocks noGrp="1"/>
          </p:cNvSpPr>
          <p:nvPr>
            <p:ph sz="half" idx="2"/>
          </p:nvPr>
        </p:nvSpPr>
        <p:spPr>
          <a:xfrm>
            <a:off x="6422315" y="2097741"/>
            <a:ext cx="5365558" cy="3420912"/>
          </a:xfrm>
        </p:spPr>
        <p:txBody>
          <a:bodyPr>
            <a:normAutofit fontScale="85000" lnSpcReduction="10000"/>
          </a:bodyPr>
          <a:lstStyle/>
          <a:p>
            <a:pPr marL="0" indent="0">
              <a:buNone/>
            </a:pPr>
            <a:r>
              <a:rPr lang="es-MX" b="1" dirty="0"/>
              <a:t>4. Transferencia de datos</a:t>
            </a:r>
          </a:p>
          <a:p>
            <a:pPr marL="0" indent="0">
              <a:buNone/>
            </a:pPr>
            <a:r>
              <a:rPr lang="es-MX" dirty="0"/>
              <a:t>El maestro envía bits por MOSI y al mismo tiempo recibe bits por MISO hasta completar 8 bits.</a:t>
            </a:r>
            <a:br>
              <a:rPr lang="es-MX" dirty="0"/>
            </a:br>
            <a:r>
              <a:rPr lang="es-MX" dirty="0"/>
              <a:t>Esto ocurre simultáneamente porque SPI es un protocolo full </a:t>
            </a:r>
            <a:r>
              <a:rPr lang="es-MX" dirty="0" err="1"/>
              <a:t>duplex</a:t>
            </a:r>
            <a:r>
              <a:rPr lang="es-MX" dirty="0"/>
              <a:t>.</a:t>
            </a:r>
          </a:p>
          <a:p>
            <a:pPr marL="0" indent="0">
              <a:buNone/>
            </a:pPr>
            <a:r>
              <a:rPr lang="es-MX" b="1" dirty="0"/>
              <a:t>5. Finalización</a:t>
            </a:r>
          </a:p>
          <a:p>
            <a:pPr marL="0" indent="0">
              <a:buNone/>
            </a:pPr>
            <a:r>
              <a:rPr lang="es-MX" dirty="0"/>
              <a:t>Después de transferir los 8 bits:</a:t>
            </a:r>
          </a:p>
          <a:p>
            <a:pPr>
              <a:buFont typeface="Arial" panose="020B0604020202020204" pitchFamily="34" charset="0"/>
              <a:buChar char="•"/>
            </a:pPr>
            <a:r>
              <a:rPr lang="es-MX" dirty="0"/>
              <a:t>Las señales SS regresan a 1</a:t>
            </a:r>
          </a:p>
          <a:p>
            <a:pPr>
              <a:buFont typeface="Arial" panose="020B0604020202020204" pitchFamily="34" charset="0"/>
              <a:buChar char="•"/>
            </a:pPr>
            <a:r>
              <a:rPr lang="es-MX" dirty="0"/>
              <a:t>SCLK vuelve a 0</a:t>
            </a:r>
          </a:p>
          <a:p>
            <a:pPr>
              <a:buFont typeface="Arial" panose="020B0604020202020204" pitchFamily="34" charset="0"/>
              <a:buChar char="•"/>
            </a:pPr>
            <a:r>
              <a:rPr lang="es-MX" dirty="0"/>
              <a:t>Se guarda el byte recibido</a:t>
            </a:r>
          </a:p>
          <a:p>
            <a:pPr>
              <a:buFont typeface="Arial" panose="020B0604020202020204" pitchFamily="34" charset="0"/>
              <a:buChar char="•"/>
            </a:pPr>
            <a:r>
              <a:rPr lang="es-MX" dirty="0"/>
              <a:t>La señal done indica que la comunicación terminó.</a:t>
            </a:r>
          </a:p>
          <a:p>
            <a:endParaRPr lang="es-MX" dirty="0"/>
          </a:p>
        </p:txBody>
      </p:sp>
    </p:spTree>
    <p:extLst>
      <p:ext uri="{BB962C8B-B14F-4D97-AF65-F5344CB8AC3E}">
        <p14:creationId xmlns:p14="http://schemas.microsoft.com/office/powerpoint/2010/main" val="20036984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ángulo 9">
            <a:extLst>
              <a:ext uri="{FF2B5EF4-FFF2-40B4-BE49-F238E27FC236}">
                <a16:creationId xmlns:a16="http://schemas.microsoft.com/office/drawing/2014/main" id="{379F11E2-8BA5-4C5C-AE7C-361E5EA011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12" name="Rectángulo 11">
            <a:extLst>
              <a:ext uri="{FF2B5EF4-FFF2-40B4-BE49-F238E27FC236}">
                <a16:creationId xmlns:a16="http://schemas.microsoft.com/office/drawing/2014/main" id="{7C00E1DA-EC7C-40FC-95E3-11FDCD2E42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723899"/>
            <a:ext cx="3703320" cy="566666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grpSp>
        <p:nvGrpSpPr>
          <p:cNvPr id="14" name="Grupo 13">
            <a:extLst>
              <a:ext uri="{FF2B5EF4-FFF2-40B4-BE49-F238E27FC236}">
                <a16:creationId xmlns:a16="http://schemas.microsoft.com/office/drawing/2014/main" id="{9A421166-2996-41A7-B094-AE5316F347D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46534" y="453643"/>
            <a:ext cx="11298933" cy="98554"/>
            <a:chOff x="446534" y="453643"/>
            <a:chExt cx="11298933" cy="98554"/>
          </a:xfrm>
        </p:grpSpPr>
        <p:sp>
          <p:nvSpPr>
            <p:cNvPr id="15" name="Rectángulo 14">
              <a:extLst>
                <a:ext uri="{FF2B5EF4-FFF2-40B4-BE49-F238E27FC236}">
                  <a16:creationId xmlns:a16="http://schemas.microsoft.com/office/drawing/2014/main" id="{FDBB1B92-A3EB-43E4-8FAB-D20E8ED14C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6" name="Rectángulo 15">
              <a:extLst>
                <a:ext uri="{FF2B5EF4-FFF2-40B4-BE49-F238E27FC236}">
                  <a16:creationId xmlns:a16="http://schemas.microsoft.com/office/drawing/2014/main" id="{3F3972F4-FE7E-48EA-AAD8-9BE5750A66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7" name="Rectángulo 16">
              <a:extLst>
                <a:ext uri="{FF2B5EF4-FFF2-40B4-BE49-F238E27FC236}">
                  <a16:creationId xmlns:a16="http://schemas.microsoft.com/office/drawing/2014/main" id="{221614E5-870B-4D5E-A43B-8FF7E53234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grpSp>
      <p:sp>
        <p:nvSpPr>
          <p:cNvPr id="2" name="Título 1">
            <a:extLst>
              <a:ext uri="{FF2B5EF4-FFF2-40B4-BE49-F238E27FC236}">
                <a16:creationId xmlns:a16="http://schemas.microsoft.com/office/drawing/2014/main" id="{0F87E73C-2B1A-4602-BFBE-CFE1E55D9B38}"/>
              </a:ext>
            </a:extLst>
          </p:cNvPr>
          <p:cNvSpPr>
            <a:spLocks noGrp="1"/>
          </p:cNvSpPr>
          <p:nvPr>
            <p:ph type="ctrTitle"/>
          </p:nvPr>
        </p:nvSpPr>
        <p:spPr>
          <a:xfrm>
            <a:off x="577364" y="548640"/>
            <a:ext cx="3441660" cy="462580"/>
          </a:xfrm>
        </p:spPr>
        <p:txBody>
          <a:bodyPr rtlCol="0">
            <a:noAutofit/>
          </a:bodyPr>
          <a:lstStyle/>
          <a:p>
            <a:pPr rtl="0"/>
            <a:r>
              <a:rPr lang="es-ES" sz="2800" dirty="0">
                <a:solidFill>
                  <a:schemeClr val="tx1"/>
                </a:solidFill>
              </a:rPr>
              <a:t>Módulo Maestro</a:t>
            </a:r>
          </a:p>
        </p:txBody>
      </p:sp>
      <p:sp>
        <p:nvSpPr>
          <p:cNvPr id="3" name="Subtítulo 2">
            <a:extLst>
              <a:ext uri="{FF2B5EF4-FFF2-40B4-BE49-F238E27FC236}">
                <a16:creationId xmlns:a16="http://schemas.microsoft.com/office/drawing/2014/main" id="{A9CB511D-EA45-4336-847C-1252667143B5}"/>
              </a:ext>
            </a:extLst>
          </p:cNvPr>
          <p:cNvSpPr>
            <a:spLocks noGrp="1"/>
          </p:cNvSpPr>
          <p:nvPr>
            <p:ph type="subTitle" idx="1"/>
          </p:nvPr>
        </p:nvSpPr>
        <p:spPr>
          <a:xfrm>
            <a:off x="4330877" y="712484"/>
            <a:ext cx="3399416" cy="5666665"/>
          </a:xfrm>
        </p:spPr>
        <p:txBody>
          <a:bodyPr rtlCol="0">
            <a:normAutofit/>
          </a:bodyPr>
          <a:lstStyle/>
          <a:p>
            <a:r>
              <a:rPr lang="es-MX" b="1" dirty="0">
                <a:solidFill>
                  <a:schemeClr val="tx1"/>
                </a:solidFill>
              </a:rPr>
              <a:t>Registros importantes del maestro</a:t>
            </a:r>
          </a:p>
          <a:p>
            <a:r>
              <a:rPr lang="es-MX" sz="1400" b="1" dirty="0" err="1">
                <a:solidFill>
                  <a:schemeClr val="tx1"/>
                </a:solidFill>
              </a:rPr>
              <a:t>shift_tx</a:t>
            </a:r>
            <a:br>
              <a:rPr lang="es-MX" sz="1400" dirty="0">
                <a:solidFill>
                  <a:schemeClr val="tx1"/>
                </a:solidFill>
              </a:rPr>
            </a:br>
            <a:r>
              <a:rPr lang="es-MX" sz="1400" dirty="0">
                <a:solidFill>
                  <a:schemeClr val="tx1"/>
                </a:solidFill>
              </a:rPr>
              <a:t>Registro que guarda el byte a transmitir y desplaza los bits hacia MOSI.</a:t>
            </a:r>
          </a:p>
          <a:p>
            <a:r>
              <a:rPr lang="es-MX" sz="1400" b="1" dirty="0" err="1">
                <a:solidFill>
                  <a:schemeClr val="tx1"/>
                </a:solidFill>
              </a:rPr>
              <a:t>shift_rx</a:t>
            </a:r>
            <a:br>
              <a:rPr lang="es-MX" sz="1400" dirty="0">
                <a:solidFill>
                  <a:schemeClr val="tx1"/>
                </a:solidFill>
              </a:rPr>
            </a:br>
            <a:r>
              <a:rPr lang="es-MX" sz="1400" dirty="0">
                <a:solidFill>
                  <a:schemeClr val="tx1"/>
                </a:solidFill>
              </a:rPr>
              <a:t>Registro que almacena los bits recibidos desde MISO.</a:t>
            </a:r>
          </a:p>
          <a:p>
            <a:r>
              <a:rPr lang="es-MX" sz="1400" b="1" dirty="0" err="1">
                <a:solidFill>
                  <a:schemeClr val="tx1"/>
                </a:solidFill>
              </a:rPr>
              <a:t>bit_count</a:t>
            </a:r>
            <a:br>
              <a:rPr lang="es-MX" sz="1400" dirty="0">
                <a:solidFill>
                  <a:schemeClr val="tx1"/>
                </a:solidFill>
              </a:rPr>
            </a:br>
            <a:r>
              <a:rPr lang="es-MX" sz="1400" dirty="0">
                <a:solidFill>
                  <a:schemeClr val="tx1"/>
                </a:solidFill>
              </a:rPr>
              <a:t>Cuenta cuántos bits se han transferido.</a:t>
            </a:r>
          </a:p>
          <a:p>
            <a:r>
              <a:rPr lang="es-MX" sz="1400" b="1" dirty="0" err="1">
                <a:solidFill>
                  <a:schemeClr val="tx1"/>
                </a:solidFill>
              </a:rPr>
              <a:t>clk_count</a:t>
            </a:r>
            <a:br>
              <a:rPr lang="es-MX" sz="1400" dirty="0">
                <a:solidFill>
                  <a:schemeClr val="tx1"/>
                </a:solidFill>
              </a:rPr>
            </a:br>
            <a:r>
              <a:rPr lang="es-MX" sz="1400" dirty="0">
                <a:solidFill>
                  <a:schemeClr val="tx1"/>
                </a:solidFill>
              </a:rPr>
              <a:t>Divide el reloj del sistema para generar un reloj SPI más lento.</a:t>
            </a:r>
          </a:p>
        </p:txBody>
      </p:sp>
      <p:sp>
        <p:nvSpPr>
          <p:cNvPr id="11" name="Subtítulo 2">
            <a:extLst>
              <a:ext uri="{FF2B5EF4-FFF2-40B4-BE49-F238E27FC236}">
                <a16:creationId xmlns:a16="http://schemas.microsoft.com/office/drawing/2014/main" id="{86087E9D-BF76-47EC-8032-378042FAD5D0}"/>
              </a:ext>
            </a:extLst>
          </p:cNvPr>
          <p:cNvSpPr txBox="1">
            <a:spLocks/>
          </p:cNvSpPr>
          <p:nvPr/>
        </p:nvSpPr>
        <p:spPr>
          <a:xfrm>
            <a:off x="446533" y="1069402"/>
            <a:ext cx="3698299" cy="5666665"/>
          </a:xfrm>
          <a:prstGeom prst="rect">
            <a:avLst/>
          </a:prstGeom>
        </p:spPr>
        <p:txBody>
          <a:bodyPr vert="horz" lIns="91440" tIns="45720" rIns="91440" bIns="45720" rtlCol="0" anchor="t">
            <a:normAutofit fontScale="85000" lnSpcReduction="20000"/>
          </a:bodyPr>
          <a:lstStyle>
            <a:lvl1pPr marL="0" indent="0" algn="l" defTabSz="457200" rtl="0" eaLnBrk="1" latinLnBrk="0" hangingPunct="1">
              <a:spcBef>
                <a:spcPct val="20000"/>
              </a:spcBef>
              <a:spcAft>
                <a:spcPts val="600"/>
              </a:spcAft>
              <a:buClr>
                <a:schemeClr val="accent2"/>
              </a:buClr>
              <a:buSzPct val="92000"/>
              <a:buFont typeface="Wingdings 2" panose="05020102010507070707" pitchFamily="18" charset="2"/>
              <a:buNone/>
              <a:defRPr sz="1600" kern="1200" cap="all">
                <a:solidFill>
                  <a:schemeClr val="accent2"/>
                </a:solidFill>
                <a:latin typeface="+mn-lt"/>
                <a:ea typeface="+mn-ea"/>
                <a:cs typeface="+mn-cs"/>
              </a:defRPr>
            </a:lvl1pPr>
            <a:lvl2pPr marL="4572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600" kern="1200">
                <a:solidFill>
                  <a:schemeClr val="tx1">
                    <a:tint val="75000"/>
                  </a:schemeClr>
                </a:solidFill>
                <a:latin typeface="+mn-lt"/>
                <a:ea typeface="+mn-ea"/>
                <a:cs typeface="+mn-cs"/>
              </a:defRPr>
            </a:lvl2pPr>
            <a:lvl3pPr marL="9144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400" kern="1200">
                <a:solidFill>
                  <a:schemeClr val="tx1">
                    <a:tint val="75000"/>
                  </a:schemeClr>
                </a:solidFill>
                <a:latin typeface="+mn-lt"/>
                <a:ea typeface="+mn-ea"/>
                <a:cs typeface="+mn-cs"/>
              </a:defRPr>
            </a:lvl3pPr>
            <a:lvl4pPr marL="13716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4pPr>
            <a:lvl5pPr marL="18288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5pPr>
            <a:lvl6pPr marL="22860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6pPr>
            <a:lvl7pPr marL="27432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7pPr>
            <a:lvl8pPr marL="32004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8pPr>
            <a:lvl9pPr marL="36576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9pPr>
          </a:lstStyle>
          <a:p>
            <a:r>
              <a:rPr lang="es-MX" dirty="0">
                <a:solidFill>
                  <a:schemeClr val="tx1"/>
                </a:solidFill>
              </a:rPr>
              <a:t>El maestro se implementa mediante una Máquina de Estados Finitos (FSM) que controla todo el proceso de comunicación.</a:t>
            </a:r>
          </a:p>
          <a:p>
            <a:r>
              <a:rPr lang="es-MX" b="1" dirty="0">
                <a:solidFill>
                  <a:schemeClr val="tx1"/>
                </a:solidFill>
              </a:rPr>
              <a:t>Estados del maestro</a:t>
            </a:r>
          </a:p>
          <a:p>
            <a:r>
              <a:rPr lang="es-MX" b="1" dirty="0">
                <a:solidFill>
                  <a:schemeClr val="tx1"/>
                </a:solidFill>
              </a:rPr>
              <a:t>IDLE</a:t>
            </a:r>
            <a:br>
              <a:rPr lang="es-MX" dirty="0">
                <a:solidFill>
                  <a:schemeClr val="tx1"/>
                </a:solidFill>
              </a:rPr>
            </a:br>
            <a:r>
              <a:rPr lang="es-MX" dirty="0">
                <a:solidFill>
                  <a:schemeClr val="tx1"/>
                </a:solidFill>
              </a:rPr>
              <a:t>Estado de espera.</a:t>
            </a:r>
          </a:p>
          <a:p>
            <a:pPr>
              <a:buFont typeface="Arial" panose="020B0604020202020204" pitchFamily="34" charset="0"/>
              <a:buChar char="•"/>
            </a:pPr>
            <a:r>
              <a:rPr lang="es-MX" dirty="0">
                <a:solidFill>
                  <a:schemeClr val="tx1"/>
                </a:solidFill>
              </a:rPr>
              <a:t>SS en 1</a:t>
            </a:r>
          </a:p>
          <a:p>
            <a:pPr>
              <a:buFont typeface="Arial" panose="020B0604020202020204" pitchFamily="34" charset="0"/>
              <a:buChar char="•"/>
            </a:pPr>
            <a:r>
              <a:rPr lang="es-MX" dirty="0">
                <a:solidFill>
                  <a:schemeClr val="tx1"/>
                </a:solidFill>
              </a:rPr>
              <a:t>SCLK en 0</a:t>
            </a:r>
          </a:p>
          <a:p>
            <a:pPr>
              <a:buFont typeface="Arial" panose="020B0604020202020204" pitchFamily="34" charset="0"/>
              <a:buChar char="•"/>
            </a:pPr>
            <a:r>
              <a:rPr lang="es-MX" dirty="0" err="1">
                <a:solidFill>
                  <a:schemeClr val="tx1"/>
                </a:solidFill>
              </a:rPr>
              <a:t>busy</a:t>
            </a:r>
            <a:r>
              <a:rPr lang="es-MX" dirty="0">
                <a:solidFill>
                  <a:schemeClr val="tx1"/>
                </a:solidFill>
              </a:rPr>
              <a:t> en 0</a:t>
            </a:r>
            <a:br>
              <a:rPr lang="es-MX" dirty="0">
                <a:solidFill>
                  <a:schemeClr val="tx1"/>
                </a:solidFill>
              </a:rPr>
            </a:br>
            <a:r>
              <a:rPr lang="es-MX" dirty="0">
                <a:solidFill>
                  <a:schemeClr val="tx1"/>
                </a:solidFill>
              </a:rPr>
              <a:t>El maestro espera la señal </a:t>
            </a:r>
            <a:r>
              <a:rPr lang="es-MX" dirty="0" err="1">
                <a:solidFill>
                  <a:schemeClr val="tx1"/>
                </a:solidFill>
              </a:rPr>
              <a:t>start</a:t>
            </a:r>
            <a:r>
              <a:rPr lang="es-MX" dirty="0">
                <a:solidFill>
                  <a:schemeClr val="tx1"/>
                </a:solidFill>
              </a:rPr>
              <a:t>.</a:t>
            </a:r>
          </a:p>
          <a:p>
            <a:r>
              <a:rPr lang="es-MX" b="1" dirty="0">
                <a:solidFill>
                  <a:schemeClr val="tx1"/>
                </a:solidFill>
              </a:rPr>
              <a:t>SETUP</a:t>
            </a:r>
            <a:br>
              <a:rPr lang="es-MX" dirty="0">
                <a:solidFill>
                  <a:schemeClr val="tx1"/>
                </a:solidFill>
              </a:rPr>
            </a:br>
            <a:r>
              <a:rPr lang="es-MX" dirty="0">
                <a:solidFill>
                  <a:schemeClr val="tx1"/>
                </a:solidFill>
              </a:rPr>
              <a:t>Se da tiempo para que el esclavo detecte su selección y el primer bit de MOSI se estabilice.</a:t>
            </a:r>
          </a:p>
          <a:p>
            <a:r>
              <a:rPr lang="es-MX" b="1" dirty="0">
                <a:solidFill>
                  <a:schemeClr val="tx1"/>
                </a:solidFill>
              </a:rPr>
              <a:t>TRANSFER</a:t>
            </a:r>
            <a:br>
              <a:rPr lang="es-MX" dirty="0">
                <a:solidFill>
                  <a:schemeClr val="tx1"/>
                </a:solidFill>
              </a:rPr>
            </a:br>
            <a:r>
              <a:rPr lang="es-MX" dirty="0">
                <a:solidFill>
                  <a:schemeClr val="tx1"/>
                </a:solidFill>
              </a:rPr>
              <a:t>Ocurre la comunicación.</a:t>
            </a:r>
            <a:br>
              <a:rPr lang="es-MX" dirty="0">
                <a:solidFill>
                  <a:schemeClr val="tx1"/>
                </a:solidFill>
              </a:rPr>
            </a:br>
            <a:r>
              <a:rPr lang="es-MX" dirty="0">
                <a:solidFill>
                  <a:schemeClr val="tx1"/>
                </a:solidFill>
              </a:rPr>
              <a:t>El maestro genera SCLK, envía bits desde </a:t>
            </a:r>
            <a:r>
              <a:rPr lang="es-MX" dirty="0" err="1">
                <a:solidFill>
                  <a:schemeClr val="tx1"/>
                </a:solidFill>
              </a:rPr>
              <a:t>shift_tx</a:t>
            </a:r>
            <a:r>
              <a:rPr lang="es-MX" dirty="0">
                <a:solidFill>
                  <a:schemeClr val="tx1"/>
                </a:solidFill>
              </a:rPr>
              <a:t> y recibe bits en </a:t>
            </a:r>
            <a:r>
              <a:rPr lang="es-MX" dirty="0" err="1">
                <a:solidFill>
                  <a:schemeClr val="tx1"/>
                </a:solidFill>
              </a:rPr>
              <a:t>shift_rx</a:t>
            </a:r>
            <a:r>
              <a:rPr lang="es-MX" dirty="0">
                <a:solidFill>
                  <a:schemeClr val="tx1"/>
                </a:solidFill>
              </a:rPr>
              <a:t>.</a:t>
            </a:r>
          </a:p>
          <a:p>
            <a:r>
              <a:rPr lang="es-MX" b="1" dirty="0">
                <a:solidFill>
                  <a:schemeClr val="tx1"/>
                </a:solidFill>
              </a:rPr>
              <a:t>DONE_ST</a:t>
            </a:r>
            <a:br>
              <a:rPr lang="es-MX" dirty="0">
                <a:solidFill>
                  <a:schemeClr val="tx1"/>
                </a:solidFill>
              </a:rPr>
            </a:br>
            <a:r>
              <a:rPr lang="es-MX" dirty="0">
                <a:solidFill>
                  <a:schemeClr val="tx1"/>
                </a:solidFill>
              </a:rPr>
              <a:t>Estado final donde:</a:t>
            </a:r>
          </a:p>
          <a:p>
            <a:pPr>
              <a:buFont typeface="Arial" panose="020B0604020202020204" pitchFamily="34" charset="0"/>
              <a:buChar char="•"/>
            </a:pPr>
            <a:r>
              <a:rPr lang="es-MX" dirty="0">
                <a:solidFill>
                  <a:schemeClr val="tx1"/>
                </a:solidFill>
              </a:rPr>
              <a:t>se desactiva el esclavo</a:t>
            </a:r>
          </a:p>
          <a:p>
            <a:pPr>
              <a:buFont typeface="Arial" panose="020B0604020202020204" pitchFamily="34" charset="0"/>
              <a:buChar char="•"/>
            </a:pPr>
            <a:r>
              <a:rPr lang="es-MX" dirty="0">
                <a:solidFill>
                  <a:schemeClr val="tx1"/>
                </a:solidFill>
              </a:rPr>
              <a:t>se guarda el byte recibido</a:t>
            </a:r>
          </a:p>
          <a:p>
            <a:pPr>
              <a:buFont typeface="Arial" panose="020B0604020202020204" pitchFamily="34" charset="0"/>
              <a:buChar char="•"/>
            </a:pPr>
            <a:r>
              <a:rPr lang="es-MX" dirty="0">
                <a:solidFill>
                  <a:schemeClr val="tx1"/>
                </a:solidFill>
              </a:rPr>
              <a:t>se activa done</a:t>
            </a:r>
          </a:p>
        </p:txBody>
      </p:sp>
      <p:sp>
        <p:nvSpPr>
          <p:cNvPr id="13" name="Título 1">
            <a:extLst>
              <a:ext uri="{FF2B5EF4-FFF2-40B4-BE49-F238E27FC236}">
                <a16:creationId xmlns:a16="http://schemas.microsoft.com/office/drawing/2014/main" id="{1DBBB2EC-F953-42A9-B816-18A5A1CBAE94}"/>
              </a:ext>
            </a:extLst>
          </p:cNvPr>
          <p:cNvSpPr txBox="1">
            <a:spLocks/>
          </p:cNvSpPr>
          <p:nvPr/>
        </p:nvSpPr>
        <p:spPr>
          <a:xfrm>
            <a:off x="8475709" y="188214"/>
            <a:ext cx="3068764" cy="1071370"/>
          </a:xfrm>
          <a:prstGeom prst="rect">
            <a:avLst/>
          </a:prstGeom>
          <a:effectLst/>
        </p:spPr>
        <p:txBody>
          <a:bodyPr vert="horz" lIns="91440" tIns="45720" rIns="91440" bIns="45720" rtlCol="0" anchor="b">
            <a:noAutofit/>
          </a:bodyPr>
          <a:lstStyle>
            <a:lvl1pPr algn="l" defTabSz="457200" rtl="0" eaLnBrk="1" latinLnBrk="0" hangingPunct="1">
              <a:spcBef>
                <a:spcPct val="0"/>
              </a:spcBef>
              <a:buNone/>
              <a:defRPr sz="3600" b="0" kern="1200" cap="all">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s-MX" sz="2800" dirty="0">
                <a:solidFill>
                  <a:schemeClr val="bg1"/>
                </a:solidFill>
              </a:rPr>
              <a:t>Módulo Slave</a:t>
            </a:r>
            <a:endParaRPr lang="es-ES" sz="4800" dirty="0">
              <a:solidFill>
                <a:schemeClr val="bg1"/>
              </a:solidFill>
            </a:endParaRPr>
          </a:p>
        </p:txBody>
      </p:sp>
      <p:sp>
        <p:nvSpPr>
          <p:cNvPr id="18" name="CuadroTexto 17">
            <a:extLst>
              <a:ext uri="{FF2B5EF4-FFF2-40B4-BE49-F238E27FC236}">
                <a16:creationId xmlns:a16="http://schemas.microsoft.com/office/drawing/2014/main" id="{35351A9F-8AF2-4CE9-B367-D106BEB74650}"/>
              </a:ext>
            </a:extLst>
          </p:cNvPr>
          <p:cNvSpPr txBox="1"/>
          <p:nvPr/>
        </p:nvSpPr>
        <p:spPr>
          <a:xfrm>
            <a:off x="8251997" y="1525013"/>
            <a:ext cx="3283620" cy="4278094"/>
          </a:xfrm>
          <a:prstGeom prst="rect">
            <a:avLst/>
          </a:prstGeom>
          <a:noFill/>
        </p:spPr>
        <p:txBody>
          <a:bodyPr wrap="square">
            <a:spAutoFit/>
          </a:bodyPr>
          <a:lstStyle/>
          <a:p>
            <a:r>
              <a:rPr lang="es-MX" sz="1600" dirty="0">
                <a:solidFill>
                  <a:schemeClr val="bg1"/>
                </a:solidFill>
              </a:rPr>
              <a:t>Cada esclavo funciona de forma simple:</a:t>
            </a:r>
          </a:p>
          <a:p>
            <a:endParaRPr lang="es-MX" sz="1600" dirty="0">
              <a:solidFill>
                <a:schemeClr val="bg1"/>
              </a:solidFill>
            </a:endParaRPr>
          </a:p>
          <a:p>
            <a:r>
              <a:rPr lang="es-MX" sz="1600" dirty="0">
                <a:solidFill>
                  <a:schemeClr val="bg1"/>
                </a:solidFill>
              </a:rPr>
              <a:t>Cuando </a:t>
            </a:r>
            <a:r>
              <a:rPr lang="es-MX" sz="1600" b="1" dirty="0">
                <a:solidFill>
                  <a:schemeClr val="bg1"/>
                </a:solidFill>
              </a:rPr>
              <a:t>SS = 0</a:t>
            </a:r>
            <a:r>
              <a:rPr lang="es-MX" sz="1600" dirty="0">
                <a:solidFill>
                  <a:schemeClr val="bg1"/>
                </a:solidFill>
              </a:rPr>
              <a:t>:</a:t>
            </a:r>
          </a:p>
          <a:p>
            <a:pPr>
              <a:buFont typeface="Arial" panose="020B0604020202020204" pitchFamily="34" charset="0"/>
              <a:buChar char="•"/>
            </a:pPr>
            <a:r>
              <a:rPr lang="es-MX" sz="1600" dirty="0">
                <a:solidFill>
                  <a:schemeClr val="bg1"/>
                </a:solidFill>
              </a:rPr>
              <a:t>Carga un </a:t>
            </a:r>
            <a:r>
              <a:rPr lang="es-MX" sz="1600" b="1" dirty="0">
                <a:solidFill>
                  <a:schemeClr val="bg1"/>
                </a:solidFill>
              </a:rPr>
              <a:t>byte de respuesta</a:t>
            </a:r>
            <a:endParaRPr lang="es-MX" sz="1600" dirty="0">
              <a:solidFill>
                <a:schemeClr val="bg1"/>
              </a:solidFill>
            </a:endParaRPr>
          </a:p>
          <a:p>
            <a:pPr>
              <a:buFont typeface="Arial" panose="020B0604020202020204" pitchFamily="34" charset="0"/>
              <a:buChar char="•"/>
            </a:pPr>
            <a:r>
              <a:rPr lang="es-MX" sz="1600" dirty="0">
                <a:solidFill>
                  <a:schemeClr val="bg1"/>
                </a:solidFill>
              </a:rPr>
              <a:t>Limpia su registro de recepción</a:t>
            </a:r>
          </a:p>
          <a:p>
            <a:pPr>
              <a:buFont typeface="Arial" panose="020B0604020202020204" pitchFamily="34" charset="0"/>
              <a:buChar char="•"/>
            </a:pPr>
            <a:r>
              <a:rPr lang="es-MX" sz="1600" dirty="0">
                <a:solidFill>
                  <a:schemeClr val="bg1"/>
                </a:solidFill>
              </a:rPr>
              <a:t>Coloca en </a:t>
            </a:r>
            <a:r>
              <a:rPr lang="es-MX" sz="1600" b="1" dirty="0">
                <a:solidFill>
                  <a:schemeClr val="bg1"/>
                </a:solidFill>
              </a:rPr>
              <a:t>MISO el primer bit</a:t>
            </a:r>
          </a:p>
          <a:p>
            <a:endParaRPr lang="es-MX" sz="1600" dirty="0">
              <a:solidFill>
                <a:schemeClr val="bg1"/>
              </a:solidFill>
            </a:endParaRPr>
          </a:p>
          <a:p>
            <a:r>
              <a:rPr lang="es-MX" sz="1600" dirty="0">
                <a:solidFill>
                  <a:schemeClr val="bg1"/>
                </a:solidFill>
              </a:rPr>
              <a:t>Durante la comunicación:</a:t>
            </a:r>
          </a:p>
          <a:p>
            <a:pPr>
              <a:buFont typeface="Arial" panose="020B0604020202020204" pitchFamily="34" charset="0"/>
              <a:buChar char="•"/>
            </a:pPr>
            <a:r>
              <a:rPr lang="es-MX" sz="1600" dirty="0">
                <a:solidFill>
                  <a:schemeClr val="bg1"/>
                </a:solidFill>
              </a:rPr>
              <a:t>En el </a:t>
            </a:r>
            <a:r>
              <a:rPr lang="es-MX" sz="1600" b="1" dirty="0">
                <a:solidFill>
                  <a:schemeClr val="bg1"/>
                </a:solidFill>
              </a:rPr>
              <a:t>flanco de subida de SCLK</a:t>
            </a:r>
            <a:r>
              <a:rPr lang="es-MX" sz="1600" dirty="0">
                <a:solidFill>
                  <a:schemeClr val="bg1"/>
                </a:solidFill>
              </a:rPr>
              <a:t> recibe el bit de </a:t>
            </a:r>
            <a:r>
              <a:rPr lang="es-MX" sz="1600" b="1" dirty="0">
                <a:solidFill>
                  <a:schemeClr val="bg1"/>
                </a:solidFill>
              </a:rPr>
              <a:t>MOSI</a:t>
            </a:r>
            <a:endParaRPr lang="es-MX" sz="1600" dirty="0">
              <a:solidFill>
                <a:schemeClr val="bg1"/>
              </a:solidFill>
            </a:endParaRPr>
          </a:p>
          <a:p>
            <a:pPr>
              <a:buFont typeface="Arial" panose="020B0604020202020204" pitchFamily="34" charset="0"/>
              <a:buChar char="•"/>
            </a:pPr>
            <a:r>
              <a:rPr lang="es-MX" sz="1600" dirty="0">
                <a:solidFill>
                  <a:schemeClr val="bg1"/>
                </a:solidFill>
              </a:rPr>
              <a:t>En el </a:t>
            </a:r>
            <a:r>
              <a:rPr lang="es-MX" sz="1600" b="1" dirty="0">
                <a:solidFill>
                  <a:schemeClr val="bg1"/>
                </a:solidFill>
              </a:rPr>
              <a:t>flanco de bajada de SCLK</a:t>
            </a:r>
            <a:r>
              <a:rPr lang="es-MX" sz="1600" dirty="0">
                <a:solidFill>
                  <a:schemeClr val="bg1"/>
                </a:solidFill>
              </a:rPr>
              <a:t> prepara el siguiente bit de </a:t>
            </a:r>
            <a:r>
              <a:rPr lang="es-MX" sz="1600" b="1" dirty="0">
                <a:solidFill>
                  <a:schemeClr val="bg1"/>
                </a:solidFill>
              </a:rPr>
              <a:t>MISO</a:t>
            </a:r>
          </a:p>
          <a:p>
            <a:endParaRPr lang="es-MX" sz="1600" dirty="0">
              <a:solidFill>
                <a:schemeClr val="bg1"/>
              </a:solidFill>
            </a:endParaRPr>
          </a:p>
          <a:p>
            <a:r>
              <a:rPr lang="es-MX" sz="1600" dirty="0">
                <a:solidFill>
                  <a:schemeClr val="bg1"/>
                </a:solidFill>
              </a:rPr>
              <a:t>Esto corresponde a un </a:t>
            </a:r>
            <a:r>
              <a:rPr lang="es-MX" sz="1600" b="1" dirty="0">
                <a:solidFill>
                  <a:schemeClr val="bg1"/>
                </a:solidFill>
              </a:rPr>
              <a:t>modo básico de SPI donde los datos se leen en el flanco de subida</a:t>
            </a:r>
            <a:r>
              <a:rPr lang="es-MX" sz="1600" dirty="0">
                <a:solidFill>
                  <a:schemeClr val="bg1"/>
                </a:solidFill>
              </a:rPr>
              <a:t>.</a:t>
            </a:r>
          </a:p>
        </p:txBody>
      </p:sp>
    </p:spTree>
    <p:extLst>
      <p:ext uri="{BB962C8B-B14F-4D97-AF65-F5344CB8AC3E}">
        <p14:creationId xmlns:p14="http://schemas.microsoft.com/office/powerpoint/2010/main" val="13080114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21633EB-7DCB-4DDC-80AF-C885A3EE1245}"/>
              </a:ext>
            </a:extLst>
          </p:cNvPr>
          <p:cNvSpPr>
            <a:spLocks noGrp="1"/>
          </p:cNvSpPr>
          <p:nvPr>
            <p:ph type="title"/>
          </p:nvPr>
        </p:nvSpPr>
        <p:spPr/>
        <p:txBody>
          <a:bodyPr rtlCol="0"/>
          <a:lstStyle/>
          <a:p>
            <a:pPr rtl="0"/>
            <a:r>
              <a:rPr lang="es-ES" dirty="0" err="1"/>
              <a:t>Testbench</a:t>
            </a:r>
            <a:endParaRPr lang="es-ES" dirty="0"/>
          </a:p>
        </p:txBody>
      </p:sp>
      <p:sp>
        <p:nvSpPr>
          <p:cNvPr id="4" name="Marcador de contenido 3">
            <a:extLst>
              <a:ext uri="{FF2B5EF4-FFF2-40B4-BE49-F238E27FC236}">
                <a16:creationId xmlns:a16="http://schemas.microsoft.com/office/drawing/2014/main" id="{08513F1E-F21E-49CE-83EE-A33468BFEE76}"/>
              </a:ext>
            </a:extLst>
          </p:cNvPr>
          <p:cNvSpPr>
            <a:spLocks noGrp="1"/>
          </p:cNvSpPr>
          <p:nvPr>
            <p:ph sz="half" idx="1"/>
          </p:nvPr>
        </p:nvSpPr>
        <p:spPr>
          <a:xfrm>
            <a:off x="484742" y="1916935"/>
            <a:ext cx="4248623" cy="4530895"/>
          </a:xfrm>
        </p:spPr>
        <p:txBody>
          <a:bodyPr>
            <a:normAutofit fontScale="85000" lnSpcReduction="20000"/>
          </a:bodyPr>
          <a:lstStyle/>
          <a:p>
            <a:pPr marL="0" indent="0">
              <a:buNone/>
            </a:pPr>
            <a:r>
              <a:rPr lang="es-MX" dirty="0"/>
              <a:t>Un </a:t>
            </a:r>
            <a:r>
              <a:rPr lang="es-MX" dirty="0" err="1"/>
              <a:t>testbench</a:t>
            </a:r>
            <a:r>
              <a:rPr lang="es-MX" dirty="0"/>
              <a:t> es un entorno de simulación que permite generar señales de prueba para evaluar el comportamiento de un módulo digital sin necesidad de implementarlo físicamente.</a:t>
            </a:r>
          </a:p>
          <a:p>
            <a:pPr marL="0" indent="0">
              <a:buNone/>
            </a:pPr>
            <a:r>
              <a:rPr lang="es-MX" dirty="0"/>
              <a:t>En el </a:t>
            </a:r>
            <a:r>
              <a:rPr lang="es-MX" dirty="0" err="1"/>
              <a:t>testbench</a:t>
            </a:r>
            <a:r>
              <a:rPr lang="es-MX" dirty="0"/>
              <a:t> se generan diferentes estímulos de entrada, como señales de reloj, </a:t>
            </a:r>
            <a:r>
              <a:rPr lang="es-MX" dirty="0" err="1"/>
              <a:t>reset</a:t>
            </a:r>
            <a:r>
              <a:rPr lang="es-MX" dirty="0"/>
              <a:t> y datos de transmisión. Estos estímulos permiten observar cómo responde el controlador SPI ante distintas condiciones.</a:t>
            </a:r>
          </a:p>
          <a:p>
            <a:r>
              <a:rPr lang="es-MX" dirty="0"/>
              <a:t>Durante la simulación se verifica que:</a:t>
            </a:r>
          </a:p>
          <a:p>
            <a:r>
              <a:rPr lang="es-MX" dirty="0"/>
              <a:t>El reloj SPI se genere correctamente.</a:t>
            </a:r>
          </a:p>
          <a:p>
            <a:r>
              <a:rPr lang="es-MX" dirty="0"/>
              <a:t>Los datos se transmitan en el orden adecuado.</a:t>
            </a:r>
          </a:p>
          <a:p>
            <a:r>
              <a:rPr lang="es-MX" dirty="0"/>
              <a:t>La máquina de estados cambie de estado correctamente</a:t>
            </a:r>
          </a:p>
          <a:p>
            <a:r>
              <a:rPr lang="es-MX" dirty="0"/>
              <a:t>La transmisión finalice cuando se hayan enviado todos los bits</a:t>
            </a:r>
          </a:p>
          <a:p>
            <a:pPr marL="0" indent="0">
              <a:buNone/>
            </a:pPr>
            <a:r>
              <a:rPr lang="es-MX" dirty="0"/>
              <a:t>Las pruebas se realizaron utilizando el simulador </a:t>
            </a:r>
            <a:r>
              <a:rPr lang="es-MX" dirty="0" err="1"/>
              <a:t>ModelSim</a:t>
            </a:r>
            <a:r>
              <a:rPr lang="es-MX" dirty="0"/>
              <a:t>, que permite observar las señales digitales mediante diagramas de tiempo.</a:t>
            </a:r>
          </a:p>
        </p:txBody>
      </p:sp>
      <p:pic>
        <p:nvPicPr>
          <p:cNvPr id="15" name="Marcador de contenido 14">
            <a:extLst>
              <a:ext uri="{FF2B5EF4-FFF2-40B4-BE49-F238E27FC236}">
                <a16:creationId xmlns:a16="http://schemas.microsoft.com/office/drawing/2014/main" id="{FDBD1EF9-3E18-4032-850E-DABB92A65726}"/>
              </a:ext>
            </a:extLst>
          </p:cNvPr>
          <p:cNvPicPr>
            <a:picLocks noGrp="1" noChangeAspect="1"/>
          </p:cNvPicPr>
          <p:nvPr>
            <p:ph sz="half" idx="2"/>
          </p:nvPr>
        </p:nvPicPr>
        <p:blipFill>
          <a:blip r:embed="rId3"/>
          <a:stretch>
            <a:fillRect/>
          </a:stretch>
        </p:blipFill>
        <p:spPr>
          <a:xfrm>
            <a:off x="4733365" y="1916935"/>
            <a:ext cx="2105699" cy="4811285"/>
          </a:xfrm>
        </p:spPr>
      </p:pic>
      <p:pic>
        <p:nvPicPr>
          <p:cNvPr id="17" name="Imagen 16">
            <a:extLst>
              <a:ext uri="{FF2B5EF4-FFF2-40B4-BE49-F238E27FC236}">
                <a16:creationId xmlns:a16="http://schemas.microsoft.com/office/drawing/2014/main" id="{AC3B20FE-79ED-486A-B9B7-F42F276D2499}"/>
              </a:ext>
            </a:extLst>
          </p:cNvPr>
          <p:cNvPicPr>
            <a:picLocks noChangeAspect="1"/>
          </p:cNvPicPr>
          <p:nvPr/>
        </p:nvPicPr>
        <p:blipFill>
          <a:blip r:embed="rId4"/>
          <a:stretch>
            <a:fillRect/>
          </a:stretch>
        </p:blipFill>
        <p:spPr>
          <a:xfrm>
            <a:off x="6839064" y="1946584"/>
            <a:ext cx="2759348" cy="4626338"/>
          </a:xfrm>
          <a:prstGeom prst="rect">
            <a:avLst/>
          </a:prstGeom>
        </p:spPr>
      </p:pic>
      <p:pic>
        <p:nvPicPr>
          <p:cNvPr id="20" name="Imagen 19">
            <a:extLst>
              <a:ext uri="{FF2B5EF4-FFF2-40B4-BE49-F238E27FC236}">
                <a16:creationId xmlns:a16="http://schemas.microsoft.com/office/drawing/2014/main" id="{5B9E522B-23C3-48D2-A7B3-892FE7DF1409}"/>
              </a:ext>
            </a:extLst>
          </p:cNvPr>
          <p:cNvPicPr>
            <a:picLocks noChangeAspect="1"/>
          </p:cNvPicPr>
          <p:nvPr/>
        </p:nvPicPr>
        <p:blipFill rotWithShape="1">
          <a:blip r:embed="rId5"/>
          <a:srcRect t="-9716" b="1"/>
          <a:stretch/>
        </p:blipFill>
        <p:spPr>
          <a:xfrm>
            <a:off x="9598413" y="2064187"/>
            <a:ext cx="2554498" cy="1133533"/>
          </a:xfrm>
          <a:prstGeom prst="rect">
            <a:avLst/>
          </a:prstGeom>
        </p:spPr>
      </p:pic>
    </p:spTree>
    <p:extLst>
      <p:ext uri="{BB962C8B-B14F-4D97-AF65-F5344CB8AC3E}">
        <p14:creationId xmlns:p14="http://schemas.microsoft.com/office/powerpoint/2010/main" val="23898364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21633EB-7DCB-4DDC-80AF-C885A3EE1245}"/>
              </a:ext>
            </a:extLst>
          </p:cNvPr>
          <p:cNvSpPr>
            <a:spLocks noGrp="1"/>
          </p:cNvSpPr>
          <p:nvPr>
            <p:ph type="title"/>
          </p:nvPr>
        </p:nvSpPr>
        <p:spPr/>
        <p:txBody>
          <a:bodyPr rtlCol="0"/>
          <a:lstStyle/>
          <a:p>
            <a:pPr rtl="0"/>
            <a:r>
              <a:rPr lang="es-ES" dirty="0"/>
              <a:t>Resultados</a:t>
            </a:r>
          </a:p>
        </p:txBody>
      </p:sp>
      <p:sp>
        <p:nvSpPr>
          <p:cNvPr id="4" name="Marcador de contenido 3">
            <a:extLst>
              <a:ext uri="{FF2B5EF4-FFF2-40B4-BE49-F238E27FC236}">
                <a16:creationId xmlns:a16="http://schemas.microsoft.com/office/drawing/2014/main" id="{7134DDEF-5192-4783-8D37-E262305EC29E}"/>
              </a:ext>
            </a:extLst>
          </p:cNvPr>
          <p:cNvSpPr>
            <a:spLocks noGrp="1"/>
          </p:cNvSpPr>
          <p:nvPr>
            <p:ph sz="half" idx="1"/>
          </p:nvPr>
        </p:nvSpPr>
        <p:spPr>
          <a:xfrm>
            <a:off x="433940" y="1916936"/>
            <a:ext cx="5450332" cy="4941064"/>
          </a:xfrm>
        </p:spPr>
        <p:txBody>
          <a:bodyPr>
            <a:normAutofit fontScale="92500" lnSpcReduction="20000"/>
          </a:bodyPr>
          <a:lstStyle/>
          <a:p>
            <a:pPr marL="0" indent="0">
              <a:buNone/>
            </a:pPr>
            <a:r>
              <a:rPr lang="es-MX" dirty="0"/>
              <a:t>Los resultados obtenidos mediante la simulación en </a:t>
            </a:r>
            <a:r>
              <a:rPr lang="es-MX" dirty="0" err="1"/>
              <a:t>ModelSim</a:t>
            </a:r>
            <a:r>
              <a:rPr lang="es-MX" dirty="0"/>
              <a:t> permiten verificar el funcionamiento correcto del controlador SPI.</a:t>
            </a:r>
          </a:p>
          <a:p>
            <a:pPr marL="0" indent="0">
              <a:buNone/>
            </a:pPr>
            <a:r>
              <a:rPr lang="es-MX" dirty="0"/>
              <a:t>En las simulaciones se puede observar cómo la señal de reloj SCLK sincroniza la transmisión de datos entre el maestro y el esclavo. Además, se puede ver cómo los datos son enviados bit por bit a través de la línea MOSI mientras el sistema cambia entre los diferentes estados de la máquina de estados.</a:t>
            </a:r>
          </a:p>
          <a:p>
            <a:pPr marL="0" indent="0">
              <a:buNone/>
            </a:pPr>
            <a:r>
              <a:rPr lang="es-MX" dirty="0"/>
              <a:t>Las simulaciones también muestran que:</a:t>
            </a:r>
          </a:p>
          <a:p>
            <a:r>
              <a:rPr lang="es-MX" dirty="0"/>
              <a:t>La línea SS se activa correctamente al iniciar la </a:t>
            </a:r>
            <a:r>
              <a:rPr lang="es-MX" dirty="0" err="1"/>
              <a:t>transmisiónEl</a:t>
            </a:r>
            <a:r>
              <a:rPr lang="es-MX" dirty="0"/>
              <a:t> reloj SPI se genera de manera estable</a:t>
            </a:r>
          </a:p>
          <a:p>
            <a:r>
              <a:rPr lang="es-MX" dirty="0"/>
              <a:t>Los datos se transmiten correctamente en formato de 8 bits</a:t>
            </a:r>
          </a:p>
          <a:p>
            <a:r>
              <a:rPr lang="es-MX" dirty="0"/>
              <a:t>El sistema regresa al estado IDLE después de completar la transmisión</a:t>
            </a:r>
          </a:p>
          <a:p>
            <a:pPr marL="0" indent="0">
              <a:buNone/>
            </a:pPr>
            <a:r>
              <a:rPr lang="es-MX" dirty="0"/>
              <a:t>Estos resultados demuestran que el diseño del controlador SPI funciona de acuerdo con las especificaciones del protocolo.</a:t>
            </a:r>
          </a:p>
        </p:txBody>
      </p:sp>
      <p:pic>
        <p:nvPicPr>
          <p:cNvPr id="11" name="Marcador de contenido 10">
            <a:extLst>
              <a:ext uri="{FF2B5EF4-FFF2-40B4-BE49-F238E27FC236}">
                <a16:creationId xmlns:a16="http://schemas.microsoft.com/office/drawing/2014/main" id="{ABFC99C8-5BC0-4AF7-955C-F1420005B64A}"/>
              </a:ext>
            </a:extLst>
          </p:cNvPr>
          <p:cNvPicPr>
            <a:picLocks noGrp="1" noChangeAspect="1"/>
          </p:cNvPicPr>
          <p:nvPr>
            <p:ph sz="half" idx="2"/>
          </p:nvPr>
        </p:nvPicPr>
        <p:blipFill>
          <a:blip r:embed="rId3"/>
          <a:stretch>
            <a:fillRect/>
          </a:stretch>
        </p:blipFill>
        <p:spPr>
          <a:xfrm>
            <a:off x="5962331" y="2115831"/>
            <a:ext cx="6141296" cy="4117701"/>
          </a:xfrm>
        </p:spPr>
      </p:pic>
    </p:spTree>
    <p:extLst>
      <p:ext uri="{BB962C8B-B14F-4D97-AF65-F5344CB8AC3E}">
        <p14:creationId xmlns:p14="http://schemas.microsoft.com/office/powerpoint/2010/main" val="17649576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ángulo 9">
            <a:extLst>
              <a:ext uri="{FF2B5EF4-FFF2-40B4-BE49-F238E27FC236}">
                <a16:creationId xmlns:a16="http://schemas.microsoft.com/office/drawing/2014/main" id="{379F11E2-8BA5-4C5C-AE7C-361E5EA011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12" name="Rectángulo 11">
            <a:extLst>
              <a:ext uri="{FF2B5EF4-FFF2-40B4-BE49-F238E27FC236}">
                <a16:creationId xmlns:a16="http://schemas.microsoft.com/office/drawing/2014/main" id="{7C00E1DA-EC7C-40FC-95E3-11FDCD2E42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723899"/>
            <a:ext cx="3703320" cy="566666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grpSp>
        <p:nvGrpSpPr>
          <p:cNvPr id="14" name="Grupo 13">
            <a:extLst>
              <a:ext uri="{FF2B5EF4-FFF2-40B4-BE49-F238E27FC236}">
                <a16:creationId xmlns:a16="http://schemas.microsoft.com/office/drawing/2014/main" id="{9A421166-2996-41A7-B094-AE5316F347D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46534" y="453643"/>
            <a:ext cx="11298933" cy="98554"/>
            <a:chOff x="446534" y="453643"/>
            <a:chExt cx="11298933" cy="98554"/>
          </a:xfrm>
        </p:grpSpPr>
        <p:sp>
          <p:nvSpPr>
            <p:cNvPr id="15" name="Rectángulo 14">
              <a:extLst>
                <a:ext uri="{FF2B5EF4-FFF2-40B4-BE49-F238E27FC236}">
                  <a16:creationId xmlns:a16="http://schemas.microsoft.com/office/drawing/2014/main" id="{FDBB1B92-A3EB-43E4-8FAB-D20E8ED14C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6" name="Rectángulo 15">
              <a:extLst>
                <a:ext uri="{FF2B5EF4-FFF2-40B4-BE49-F238E27FC236}">
                  <a16:creationId xmlns:a16="http://schemas.microsoft.com/office/drawing/2014/main" id="{3F3972F4-FE7E-48EA-AAD8-9BE5750A66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7" name="Rectángulo 16">
              <a:extLst>
                <a:ext uri="{FF2B5EF4-FFF2-40B4-BE49-F238E27FC236}">
                  <a16:creationId xmlns:a16="http://schemas.microsoft.com/office/drawing/2014/main" id="{221614E5-870B-4D5E-A43B-8FF7E53234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grpSp>
      <p:sp>
        <p:nvSpPr>
          <p:cNvPr id="2" name="Título 1">
            <a:extLst>
              <a:ext uri="{FF2B5EF4-FFF2-40B4-BE49-F238E27FC236}">
                <a16:creationId xmlns:a16="http://schemas.microsoft.com/office/drawing/2014/main" id="{0F87E73C-2B1A-4602-BFBE-CFE1E55D9B38}"/>
              </a:ext>
            </a:extLst>
          </p:cNvPr>
          <p:cNvSpPr>
            <a:spLocks noGrp="1"/>
          </p:cNvSpPr>
          <p:nvPr>
            <p:ph type="ctrTitle"/>
          </p:nvPr>
        </p:nvSpPr>
        <p:spPr>
          <a:xfrm>
            <a:off x="8042147" y="723899"/>
            <a:ext cx="3703319" cy="640927"/>
          </a:xfrm>
        </p:spPr>
        <p:txBody>
          <a:bodyPr rtlCol="0">
            <a:normAutofit/>
          </a:bodyPr>
          <a:lstStyle/>
          <a:p>
            <a:pPr rtl="0"/>
            <a:r>
              <a:rPr lang="es-ES" dirty="0">
                <a:solidFill>
                  <a:srgbClr val="FFFFFF"/>
                </a:solidFill>
              </a:rPr>
              <a:t>Conclusiones</a:t>
            </a:r>
          </a:p>
        </p:txBody>
      </p:sp>
      <p:sp>
        <p:nvSpPr>
          <p:cNvPr id="3" name="Subtítulo 2">
            <a:extLst>
              <a:ext uri="{FF2B5EF4-FFF2-40B4-BE49-F238E27FC236}">
                <a16:creationId xmlns:a16="http://schemas.microsoft.com/office/drawing/2014/main" id="{A9CB511D-EA45-4336-847C-1252667143B5}"/>
              </a:ext>
            </a:extLst>
          </p:cNvPr>
          <p:cNvSpPr>
            <a:spLocks noGrp="1"/>
          </p:cNvSpPr>
          <p:nvPr>
            <p:ph type="subTitle" idx="1"/>
          </p:nvPr>
        </p:nvSpPr>
        <p:spPr>
          <a:xfrm>
            <a:off x="446532" y="723899"/>
            <a:ext cx="7353409" cy="5571669"/>
          </a:xfrm>
        </p:spPr>
        <p:txBody>
          <a:bodyPr rtlCol="0">
            <a:normAutofit lnSpcReduction="10000"/>
          </a:bodyPr>
          <a:lstStyle/>
          <a:p>
            <a:r>
              <a:rPr lang="es-MX" b="1" dirty="0">
                <a:solidFill>
                  <a:schemeClr val="tx1"/>
                </a:solidFill>
              </a:rPr>
              <a:t>• Comprensión del protocolo SPI</a:t>
            </a:r>
            <a:br>
              <a:rPr lang="es-MX" dirty="0">
                <a:solidFill>
                  <a:schemeClr val="tx1"/>
                </a:solidFill>
              </a:rPr>
            </a:br>
            <a:r>
              <a:rPr lang="es-MX" dirty="0">
                <a:solidFill>
                  <a:schemeClr val="tx1"/>
                </a:solidFill>
              </a:rPr>
              <a:t>Se comprendió el funcionamiento del protocolo SPI, su arquitectura maestro–esclavo, las líneas SCLK, MOSI, MISO y SS, y la sincronización de datos mediante el reloj.</a:t>
            </a:r>
          </a:p>
          <a:p>
            <a:r>
              <a:rPr lang="es-MX" b="1" dirty="0">
                <a:solidFill>
                  <a:schemeClr val="tx1"/>
                </a:solidFill>
              </a:rPr>
              <a:t>• Implementación en </a:t>
            </a:r>
            <a:r>
              <a:rPr lang="es-MX" b="1" dirty="0" err="1">
                <a:solidFill>
                  <a:schemeClr val="tx1"/>
                </a:solidFill>
              </a:rPr>
              <a:t>Verilog</a:t>
            </a:r>
            <a:br>
              <a:rPr lang="es-MX" dirty="0">
                <a:solidFill>
                  <a:schemeClr val="tx1"/>
                </a:solidFill>
              </a:rPr>
            </a:br>
            <a:r>
              <a:rPr lang="es-MX" dirty="0">
                <a:solidFill>
                  <a:schemeClr val="tx1"/>
                </a:solidFill>
              </a:rPr>
              <a:t>Se diseñó e implementó un controlador SPI en </a:t>
            </a:r>
            <a:r>
              <a:rPr lang="es-MX" dirty="0" err="1">
                <a:solidFill>
                  <a:schemeClr val="tx1"/>
                </a:solidFill>
              </a:rPr>
              <a:t>Verilog</a:t>
            </a:r>
            <a:r>
              <a:rPr lang="es-MX" dirty="0">
                <a:solidFill>
                  <a:schemeClr val="tx1"/>
                </a:solidFill>
              </a:rPr>
              <a:t>, aplicando conceptos de diseño digital y manejo de señales.</a:t>
            </a:r>
          </a:p>
          <a:p>
            <a:r>
              <a:rPr lang="es-MX" dirty="0">
                <a:solidFill>
                  <a:schemeClr val="tx1"/>
                </a:solidFill>
              </a:rPr>
              <a:t>• Uso de Máquina de Estados Finitos (FSM)</a:t>
            </a:r>
            <a:br>
              <a:rPr lang="es-MX" dirty="0">
                <a:solidFill>
                  <a:schemeClr val="tx1"/>
                </a:solidFill>
              </a:rPr>
            </a:br>
            <a:r>
              <a:rPr lang="es-MX" dirty="0">
                <a:solidFill>
                  <a:schemeClr val="tx1"/>
                </a:solidFill>
              </a:rPr>
              <a:t>Se utilizó una FSM con los estados IDLE, SETUP, TRANSMIT y DONE para controlar el proceso de comunicación.</a:t>
            </a:r>
          </a:p>
          <a:p>
            <a:r>
              <a:rPr lang="es-MX" b="1" dirty="0">
                <a:solidFill>
                  <a:schemeClr val="tx1"/>
                </a:solidFill>
              </a:rPr>
              <a:t>• Verificación mediante simulación</a:t>
            </a:r>
            <a:br>
              <a:rPr lang="es-MX" dirty="0">
                <a:solidFill>
                  <a:schemeClr val="tx1"/>
                </a:solidFill>
              </a:rPr>
            </a:br>
            <a:r>
              <a:rPr lang="es-MX" dirty="0">
                <a:solidFill>
                  <a:schemeClr val="tx1"/>
                </a:solidFill>
              </a:rPr>
              <a:t>Mediante </a:t>
            </a:r>
            <a:r>
              <a:rPr lang="es-MX" dirty="0" err="1">
                <a:solidFill>
                  <a:schemeClr val="tx1"/>
                </a:solidFill>
              </a:rPr>
              <a:t>testbench</a:t>
            </a:r>
            <a:r>
              <a:rPr lang="es-MX" dirty="0">
                <a:solidFill>
                  <a:schemeClr val="tx1"/>
                </a:solidFill>
              </a:rPr>
              <a:t> y simulaciones en </a:t>
            </a:r>
            <a:r>
              <a:rPr lang="es-MX" dirty="0" err="1">
                <a:solidFill>
                  <a:schemeClr val="tx1"/>
                </a:solidFill>
              </a:rPr>
              <a:t>ModelSim</a:t>
            </a:r>
            <a:r>
              <a:rPr lang="es-MX" dirty="0">
                <a:solidFill>
                  <a:schemeClr val="tx1"/>
                </a:solidFill>
              </a:rPr>
              <a:t> se verificó el correcto funcionamiento del controlador SPI.</a:t>
            </a:r>
          </a:p>
          <a:p>
            <a:r>
              <a:rPr lang="es-MX" b="1" dirty="0">
                <a:solidFill>
                  <a:schemeClr val="tx1"/>
                </a:solidFill>
              </a:rPr>
              <a:t>• Aprendizaje y aplicaciones</a:t>
            </a:r>
            <a:br>
              <a:rPr lang="es-MX" dirty="0">
                <a:solidFill>
                  <a:schemeClr val="tx1"/>
                </a:solidFill>
              </a:rPr>
            </a:br>
            <a:r>
              <a:rPr lang="es-MX" dirty="0">
                <a:solidFill>
                  <a:schemeClr val="tx1"/>
                </a:solidFill>
              </a:rPr>
              <a:t>El proyecto permitió reforzar conocimientos de comunicación digital y observar aplicaciones del SPI en memorias, sensores y sistemas embebidos.</a:t>
            </a:r>
          </a:p>
          <a:p>
            <a:r>
              <a:rPr lang="es-MX" b="1" dirty="0">
                <a:solidFill>
                  <a:schemeClr val="tx1"/>
                </a:solidFill>
              </a:rPr>
              <a:t>• Posibles mejoras futuras</a:t>
            </a:r>
            <a:br>
              <a:rPr lang="es-MX" dirty="0">
                <a:solidFill>
                  <a:schemeClr val="tx1"/>
                </a:solidFill>
              </a:rPr>
            </a:br>
            <a:r>
              <a:rPr lang="es-MX" dirty="0">
                <a:solidFill>
                  <a:schemeClr val="tx1"/>
                </a:solidFill>
              </a:rPr>
              <a:t>El diseño puede ampliarse para incluir modos CPOL/CPHA, velocidades de reloj configurables y soporte para múltiples esclavos.</a:t>
            </a:r>
          </a:p>
        </p:txBody>
      </p:sp>
    </p:spTree>
    <p:extLst>
      <p:ext uri="{BB962C8B-B14F-4D97-AF65-F5344CB8AC3E}">
        <p14:creationId xmlns:p14="http://schemas.microsoft.com/office/powerpoint/2010/main" val="35351356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ángulo 9">
            <a:extLst>
              <a:ext uri="{FF2B5EF4-FFF2-40B4-BE49-F238E27FC236}">
                <a16:creationId xmlns:a16="http://schemas.microsoft.com/office/drawing/2014/main" id="{379F11E2-8BA5-4C5C-AE7C-361E5EA011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12" name="Rectángulo 11">
            <a:extLst>
              <a:ext uri="{FF2B5EF4-FFF2-40B4-BE49-F238E27FC236}">
                <a16:creationId xmlns:a16="http://schemas.microsoft.com/office/drawing/2014/main" id="{7C00E1DA-EC7C-40FC-95E3-11FDCD2E42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723899"/>
            <a:ext cx="3703320" cy="566666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grpSp>
        <p:nvGrpSpPr>
          <p:cNvPr id="14" name="Grupo 13">
            <a:extLst>
              <a:ext uri="{FF2B5EF4-FFF2-40B4-BE49-F238E27FC236}">
                <a16:creationId xmlns:a16="http://schemas.microsoft.com/office/drawing/2014/main" id="{9A421166-2996-41A7-B094-AE5316F347D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46534" y="453643"/>
            <a:ext cx="11298933" cy="98554"/>
            <a:chOff x="446534" y="453643"/>
            <a:chExt cx="11298933" cy="98554"/>
          </a:xfrm>
        </p:grpSpPr>
        <p:sp>
          <p:nvSpPr>
            <p:cNvPr id="15" name="Rectángulo 14">
              <a:extLst>
                <a:ext uri="{FF2B5EF4-FFF2-40B4-BE49-F238E27FC236}">
                  <a16:creationId xmlns:a16="http://schemas.microsoft.com/office/drawing/2014/main" id="{FDBB1B92-A3EB-43E4-8FAB-D20E8ED14C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6" name="Rectángulo 15">
              <a:extLst>
                <a:ext uri="{FF2B5EF4-FFF2-40B4-BE49-F238E27FC236}">
                  <a16:creationId xmlns:a16="http://schemas.microsoft.com/office/drawing/2014/main" id="{3F3972F4-FE7E-48EA-AAD8-9BE5750A66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7" name="Rectángulo 16">
              <a:extLst>
                <a:ext uri="{FF2B5EF4-FFF2-40B4-BE49-F238E27FC236}">
                  <a16:creationId xmlns:a16="http://schemas.microsoft.com/office/drawing/2014/main" id="{221614E5-870B-4D5E-A43B-8FF7E53234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grpSp>
      <p:sp>
        <p:nvSpPr>
          <p:cNvPr id="2" name="Título 1">
            <a:extLst>
              <a:ext uri="{FF2B5EF4-FFF2-40B4-BE49-F238E27FC236}">
                <a16:creationId xmlns:a16="http://schemas.microsoft.com/office/drawing/2014/main" id="{0F87E73C-2B1A-4602-BFBE-CFE1E55D9B38}"/>
              </a:ext>
            </a:extLst>
          </p:cNvPr>
          <p:cNvSpPr>
            <a:spLocks noGrp="1"/>
          </p:cNvSpPr>
          <p:nvPr>
            <p:ph type="ctrTitle"/>
          </p:nvPr>
        </p:nvSpPr>
        <p:spPr>
          <a:xfrm>
            <a:off x="8195509" y="723899"/>
            <a:ext cx="3283107" cy="691685"/>
          </a:xfrm>
        </p:spPr>
        <p:txBody>
          <a:bodyPr rtlCol="0">
            <a:normAutofit/>
          </a:bodyPr>
          <a:lstStyle/>
          <a:p>
            <a:pPr rtl="0"/>
            <a:r>
              <a:rPr lang="es-ES" dirty="0">
                <a:solidFill>
                  <a:srgbClr val="FFFFFF"/>
                </a:solidFill>
              </a:rPr>
              <a:t>bibliografía</a:t>
            </a:r>
          </a:p>
        </p:txBody>
      </p:sp>
      <p:sp>
        <p:nvSpPr>
          <p:cNvPr id="3" name="Subtítulo 2">
            <a:extLst>
              <a:ext uri="{FF2B5EF4-FFF2-40B4-BE49-F238E27FC236}">
                <a16:creationId xmlns:a16="http://schemas.microsoft.com/office/drawing/2014/main" id="{A9CB511D-EA45-4336-847C-1252667143B5}"/>
              </a:ext>
            </a:extLst>
          </p:cNvPr>
          <p:cNvSpPr>
            <a:spLocks noGrp="1"/>
          </p:cNvSpPr>
          <p:nvPr>
            <p:ph type="subTitle" idx="1"/>
          </p:nvPr>
        </p:nvSpPr>
        <p:spPr>
          <a:xfrm>
            <a:off x="8195508" y="1545971"/>
            <a:ext cx="3416269" cy="4588129"/>
          </a:xfrm>
        </p:spPr>
        <p:txBody>
          <a:bodyPr rtlCol="0">
            <a:normAutofit lnSpcReduction="10000"/>
          </a:bodyPr>
          <a:lstStyle/>
          <a:p>
            <a:pPr rtl="0"/>
            <a:r>
              <a:rPr lang="es-ES" dirty="0">
                <a:solidFill>
                  <a:schemeClr val="bg2"/>
                </a:solidFill>
              </a:rPr>
              <a:t>Tanenbaum, A. (2010). Organización de computadoras estructuradas. Pearson Educación.</a:t>
            </a:r>
          </a:p>
          <a:p>
            <a:pPr rtl="0"/>
            <a:r>
              <a:rPr lang="es-ES" dirty="0">
                <a:solidFill>
                  <a:schemeClr val="bg2"/>
                </a:solidFill>
              </a:rPr>
              <a:t>Mano, M. Morris. (2007). Diseño digital. Pearson</a:t>
            </a:r>
          </a:p>
          <a:p>
            <a:pPr rtl="0"/>
            <a:r>
              <a:rPr lang="es-ES" dirty="0">
                <a:solidFill>
                  <a:schemeClr val="bg2"/>
                </a:solidFill>
              </a:rPr>
              <a:t> </a:t>
            </a:r>
            <a:r>
              <a:rPr lang="es-ES" dirty="0" err="1">
                <a:solidFill>
                  <a:schemeClr val="bg2"/>
                </a:solidFill>
              </a:rPr>
              <a:t>Educación.Wakerly</a:t>
            </a:r>
            <a:r>
              <a:rPr lang="es-ES" dirty="0">
                <a:solidFill>
                  <a:schemeClr val="bg2"/>
                </a:solidFill>
              </a:rPr>
              <a:t>, J. F. (2006). Diseño digital: principios y prácticas. Prentice Hall.</a:t>
            </a:r>
          </a:p>
          <a:p>
            <a:pPr rtl="0"/>
            <a:r>
              <a:rPr lang="es-ES" dirty="0">
                <a:solidFill>
                  <a:schemeClr val="bg2"/>
                </a:solidFill>
              </a:rPr>
              <a:t>Microchip </a:t>
            </a:r>
            <a:r>
              <a:rPr lang="es-ES" dirty="0" err="1">
                <a:solidFill>
                  <a:schemeClr val="bg2"/>
                </a:solidFill>
              </a:rPr>
              <a:t>Technology</a:t>
            </a:r>
            <a:r>
              <a:rPr lang="es-ES" dirty="0">
                <a:solidFill>
                  <a:schemeClr val="bg2"/>
                </a:solidFill>
              </a:rPr>
              <a:t> </a:t>
            </a:r>
            <a:r>
              <a:rPr lang="es-ES" dirty="0" err="1">
                <a:solidFill>
                  <a:schemeClr val="bg2"/>
                </a:solidFill>
              </a:rPr>
              <a:t>Inc.Protocolo</a:t>
            </a:r>
            <a:r>
              <a:rPr lang="es-ES" dirty="0">
                <a:solidFill>
                  <a:schemeClr val="bg2"/>
                </a:solidFill>
              </a:rPr>
              <a:t> de Comunicación SPI – Documentación técnica.</a:t>
            </a:r>
          </a:p>
          <a:p>
            <a:pPr rtl="0"/>
            <a:r>
              <a:rPr lang="es-ES" dirty="0">
                <a:solidFill>
                  <a:schemeClr val="bg2"/>
                </a:solidFill>
              </a:rPr>
              <a:t>Texas </a:t>
            </a:r>
            <a:r>
              <a:rPr lang="es-ES" dirty="0" err="1">
                <a:solidFill>
                  <a:schemeClr val="bg2"/>
                </a:solidFill>
              </a:rPr>
              <a:t>Instruments.Serial</a:t>
            </a:r>
            <a:r>
              <a:rPr lang="es-ES" dirty="0">
                <a:solidFill>
                  <a:schemeClr val="bg2"/>
                </a:solidFill>
              </a:rPr>
              <a:t> </a:t>
            </a:r>
            <a:r>
              <a:rPr lang="es-ES" dirty="0" err="1">
                <a:solidFill>
                  <a:schemeClr val="bg2"/>
                </a:solidFill>
              </a:rPr>
              <a:t>Peripheral</a:t>
            </a:r>
            <a:r>
              <a:rPr lang="es-ES" dirty="0">
                <a:solidFill>
                  <a:schemeClr val="bg2"/>
                </a:solidFill>
              </a:rPr>
              <a:t> Interface (SPI) – Guía de referencia técnica.</a:t>
            </a:r>
          </a:p>
          <a:p>
            <a:pPr rtl="0"/>
            <a:endParaRPr lang="es-ES" dirty="0">
              <a:solidFill>
                <a:schemeClr val="bg2"/>
              </a:solidFill>
            </a:endParaRPr>
          </a:p>
        </p:txBody>
      </p:sp>
      <p:pic>
        <p:nvPicPr>
          <p:cNvPr id="5" name="Imagen 4" descr="Números digitales">
            <a:extLst>
              <a:ext uri="{FF2B5EF4-FFF2-40B4-BE49-F238E27FC236}">
                <a16:creationId xmlns:a16="http://schemas.microsoft.com/office/drawing/2014/main" id="{A21EA617-6D48-425F-97A8-7FEC82C8F401}"/>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l="2189" r="9642" b="1"/>
          <a:stretch/>
        </p:blipFill>
        <p:spPr>
          <a:xfrm>
            <a:off x="466850" y="723899"/>
            <a:ext cx="7498616" cy="5676901"/>
          </a:xfrm>
          <a:prstGeom prst="rect">
            <a:avLst/>
          </a:prstGeom>
        </p:spPr>
      </p:pic>
    </p:spTree>
    <p:extLst>
      <p:ext uri="{BB962C8B-B14F-4D97-AF65-F5344CB8AC3E}">
        <p14:creationId xmlns:p14="http://schemas.microsoft.com/office/powerpoint/2010/main" val="2981342956"/>
      </p:ext>
    </p:extLst>
  </p:cSld>
  <p:clrMapOvr>
    <a:masterClrMapping/>
  </p:clrMapOvr>
</p:sld>
</file>

<file path=ppt/theme/theme1.xml><?xml version="1.0" encoding="utf-8"?>
<a:theme xmlns:a="http://schemas.openxmlformats.org/drawingml/2006/main" name="Personalizado">
  <a:themeElements>
    <a:clrScheme name="Dividend">
      <a:dk1>
        <a:sysClr val="windowText" lastClr="000000"/>
      </a:dk1>
      <a:lt1>
        <a:sysClr val="window" lastClr="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Office_61209669_TF56390039_Win32" id="{FCB14B3E-2B92-48B8-A334-05E7A8EE34E1}" vid="{B6EC9E21-8C82-4EB1-BBE7-A370F785D0C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Diseño tecnológico</Template>
  <TotalTime>225</TotalTime>
  <Words>2216</Words>
  <Application>Microsoft Office PowerPoint</Application>
  <PresentationFormat>Panorámica</PresentationFormat>
  <Paragraphs>233</Paragraphs>
  <Slides>17</Slides>
  <Notes>17</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17</vt:i4>
      </vt:variant>
    </vt:vector>
  </HeadingPairs>
  <TitlesOfParts>
    <vt:vector size="22" baseType="lpstr">
      <vt:lpstr>Arial</vt:lpstr>
      <vt:lpstr>Calibri</vt:lpstr>
      <vt:lpstr>Gill Sans MT</vt:lpstr>
      <vt:lpstr>Wingdings 2</vt:lpstr>
      <vt:lpstr>Personalizado</vt:lpstr>
      <vt:lpstr>Implementación de Módulo SPI</vt:lpstr>
      <vt:lpstr>Objetivo</vt:lpstr>
      <vt:lpstr>¿Qué se implementó?</vt:lpstr>
      <vt:lpstr>¿Qué es SPI?</vt:lpstr>
      <vt:lpstr>Arquitectura Maestro–Esclavo</vt:lpstr>
      <vt:lpstr>Arquitectura del sistema</vt:lpstr>
      <vt:lpstr>Explicacion del diagrama de bloques</vt:lpstr>
      <vt:lpstr>Modos CPOL/CPHA</vt:lpstr>
      <vt:lpstr>Diagrama del Módulo SPI  y Señales Principales del Módulo</vt:lpstr>
      <vt:lpstr>Diseño en Verilog</vt:lpstr>
      <vt:lpstr>FSM (Máquina de Estados Finitos)</vt:lpstr>
      <vt:lpstr>Funcionamiento general del sistema SPI</vt:lpstr>
      <vt:lpstr>Módulo Maestro</vt:lpstr>
      <vt:lpstr>Testbench</vt:lpstr>
      <vt:lpstr>Resultados</vt:lpstr>
      <vt:lpstr>Conclusiones</vt:lpstr>
      <vt:lpstr>bibliografía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Implementación de Módulo SPI</dc:title>
  <dc:creator>diego israel gonzalez sanchez</dc:creator>
  <cp:lastModifiedBy>diego israel gonzalez sanchez</cp:lastModifiedBy>
  <cp:revision>14</cp:revision>
  <dcterms:created xsi:type="dcterms:W3CDTF">2026-03-08T19:51:58Z</dcterms:created>
  <dcterms:modified xsi:type="dcterms:W3CDTF">2026-03-17T04:42:09Z</dcterms:modified>
</cp:coreProperties>
</file>